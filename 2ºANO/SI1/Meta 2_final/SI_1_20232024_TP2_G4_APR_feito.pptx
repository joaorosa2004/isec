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73" r:id="rId1"/>
  </p:sldMasterIdLst>
  <p:notesMasterIdLst>
    <p:notesMasterId r:id="rId23"/>
  </p:notesMasterIdLst>
  <p:handoutMasterIdLst>
    <p:handoutMasterId r:id="rId24"/>
  </p:handoutMasterIdLst>
  <p:sldIdLst>
    <p:sldId id="256" r:id="rId2"/>
    <p:sldId id="287" r:id="rId3"/>
    <p:sldId id="258" r:id="rId4"/>
    <p:sldId id="272" r:id="rId5"/>
    <p:sldId id="283" r:id="rId6"/>
    <p:sldId id="284" r:id="rId7"/>
    <p:sldId id="285" r:id="rId8"/>
    <p:sldId id="279" r:id="rId9"/>
    <p:sldId id="280" r:id="rId10"/>
    <p:sldId id="282" r:id="rId11"/>
    <p:sldId id="281" r:id="rId12"/>
    <p:sldId id="257" r:id="rId13"/>
    <p:sldId id="260" r:id="rId14"/>
    <p:sldId id="273" r:id="rId15"/>
    <p:sldId id="274" r:id="rId16"/>
    <p:sldId id="275" r:id="rId17"/>
    <p:sldId id="276" r:id="rId18"/>
    <p:sldId id="277" r:id="rId19"/>
    <p:sldId id="259" r:id="rId20"/>
    <p:sldId id="278" r:id="rId21"/>
    <p:sldId id="28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19.svg"/></Relationships>
</file>

<file path=ppt/diagrams/_rels/data8.x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n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4" Type="http://schemas.openxmlformats.org/officeDocument/2006/relationships/image" Target="../media/image30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4" Type="http://schemas.openxmlformats.org/officeDocument/2006/relationships/image" Target="../media/image46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19.svg"/></Relationships>
</file>

<file path=ppt/diagrams/_rels/drawing8.x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n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4" Type="http://schemas.openxmlformats.org/officeDocument/2006/relationships/image" Target="../media/image30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4" Type="http://schemas.openxmlformats.org/officeDocument/2006/relationships/image" Target="../media/image4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C029C4-6CEC-40F9-A652-7FF0CA49D602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3A6D3EB-EDB9-44F8-87CD-94634057B380}">
      <dgm:prSet/>
      <dgm:spPr/>
      <dgm:t>
        <a:bodyPr/>
        <a:lstStyle/>
        <a:p>
          <a:r>
            <a:rPr lang="pt-PT" b="1" dirty="0"/>
            <a:t>TPS (</a:t>
          </a:r>
          <a:r>
            <a:rPr lang="pt-PT" b="1" dirty="0" err="1"/>
            <a:t>Transaction</a:t>
          </a:r>
          <a:r>
            <a:rPr lang="pt-PT" b="1" dirty="0"/>
            <a:t> </a:t>
          </a:r>
          <a:r>
            <a:rPr lang="pt-PT" b="1" dirty="0" err="1"/>
            <a:t>Processing</a:t>
          </a:r>
          <a:r>
            <a:rPr lang="pt-PT" b="1" dirty="0"/>
            <a:t> </a:t>
          </a:r>
          <a:r>
            <a:rPr lang="pt-PT" b="1" dirty="0" err="1"/>
            <a:t>Systems</a:t>
          </a:r>
          <a:r>
            <a:rPr lang="pt-PT" b="1" dirty="0"/>
            <a:t>)</a:t>
          </a:r>
          <a:endParaRPr lang="en-US" dirty="0"/>
        </a:p>
      </dgm:t>
    </dgm:pt>
    <dgm:pt modelId="{5B6FFDA0-C80A-4F2B-90C2-756E8AA7D8E0}" type="parTrans" cxnId="{BC506406-6AFF-4D50-AD2C-6C1673915D0B}">
      <dgm:prSet/>
      <dgm:spPr/>
      <dgm:t>
        <a:bodyPr/>
        <a:lstStyle/>
        <a:p>
          <a:endParaRPr lang="en-US"/>
        </a:p>
      </dgm:t>
    </dgm:pt>
    <dgm:pt modelId="{3672FF1E-D818-4E11-B92F-53026569CAC0}" type="sibTrans" cxnId="{BC506406-6AFF-4D50-AD2C-6C1673915D0B}">
      <dgm:prSet/>
      <dgm:spPr/>
      <dgm:t>
        <a:bodyPr/>
        <a:lstStyle/>
        <a:p>
          <a:endParaRPr lang="en-US"/>
        </a:p>
      </dgm:t>
    </dgm:pt>
    <dgm:pt modelId="{888FEEBA-978E-4268-B107-62E617E16A5C}">
      <dgm:prSet/>
      <dgm:spPr/>
      <dgm:t>
        <a:bodyPr/>
        <a:lstStyle/>
        <a:p>
          <a:r>
            <a:rPr lang="pt-PT"/>
            <a:t>Realizam e registam </a:t>
          </a:r>
          <a:r>
            <a:rPr lang="pt-PT" b="1"/>
            <a:t>transações diárias </a:t>
          </a:r>
          <a:r>
            <a:rPr lang="pt-PT"/>
            <a:t>do negócio.</a:t>
          </a:r>
          <a:endParaRPr lang="en-US"/>
        </a:p>
      </dgm:t>
    </dgm:pt>
    <dgm:pt modelId="{4AB99AC3-0A47-4090-A1D4-18CB3E6BE31C}" type="parTrans" cxnId="{F3377603-B2E1-4B3B-9372-7230C62F5ED7}">
      <dgm:prSet/>
      <dgm:spPr/>
      <dgm:t>
        <a:bodyPr/>
        <a:lstStyle/>
        <a:p>
          <a:endParaRPr lang="en-US"/>
        </a:p>
      </dgm:t>
    </dgm:pt>
    <dgm:pt modelId="{C9C4CBC3-1DDB-4547-8298-3D6FCB2969B1}" type="sibTrans" cxnId="{F3377603-B2E1-4B3B-9372-7230C62F5ED7}">
      <dgm:prSet/>
      <dgm:spPr/>
      <dgm:t>
        <a:bodyPr/>
        <a:lstStyle/>
        <a:p>
          <a:endParaRPr lang="en-US"/>
        </a:p>
      </dgm:t>
    </dgm:pt>
    <dgm:pt modelId="{756B0CFE-A82E-4AD5-9C6A-067D26F892D4}">
      <dgm:prSet/>
      <dgm:spPr/>
      <dgm:t>
        <a:bodyPr/>
        <a:lstStyle/>
        <a:p>
          <a:r>
            <a:rPr lang="pt-PT"/>
            <a:t>Monitorizam operações e relações externas.</a:t>
          </a:r>
          <a:endParaRPr lang="en-US"/>
        </a:p>
      </dgm:t>
    </dgm:pt>
    <dgm:pt modelId="{8065B108-7924-42C3-93D8-E26C945BBCE8}" type="parTrans" cxnId="{284512D7-BCDD-4BFB-B4D7-90EE56CCB86E}">
      <dgm:prSet/>
      <dgm:spPr/>
      <dgm:t>
        <a:bodyPr/>
        <a:lstStyle/>
        <a:p>
          <a:endParaRPr lang="en-US"/>
        </a:p>
      </dgm:t>
    </dgm:pt>
    <dgm:pt modelId="{57622678-2FEC-4159-A872-7AF2012FE579}" type="sibTrans" cxnId="{284512D7-BCDD-4BFB-B4D7-90EE56CCB86E}">
      <dgm:prSet/>
      <dgm:spPr/>
      <dgm:t>
        <a:bodyPr/>
        <a:lstStyle/>
        <a:p>
          <a:endParaRPr lang="en-US"/>
        </a:p>
      </dgm:t>
    </dgm:pt>
    <dgm:pt modelId="{321E83D1-43B5-4A7D-955E-D0BB732A6F77}">
      <dgm:prSet/>
      <dgm:spPr/>
      <dgm:t>
        <a:bodyPr/>
        <a:lstStyle/>
        <a:p>
          <a:r>
            <a:rPr lang="pt-PT"/>
            <a:t>Apoiam níveis operacionais e decisões pré-definidas.</a:t>
          </a:r>
          <a:endParaRPr lang="en-US"/>
        </a:p>
      </dgm:t>
    </dgm:pt>
    <dgm:pt modelId="{BE03905D-D193-41BE-95E7-F1ACEF63D659}" type="parTrans" cxnId="{344614D2-56C1-49BC-AA14-3E1D5AF032BB}">
      <dgm:prSet/>
      <dgm:spPr/>
      <dgm:t>
        <a:bodyPr/>
        <a:lstStyle/>
        <a:p>
          <a:endParaRPr lang="en-US"/>
        </a:p>
      </dgm:t>
    </dgm:pt>
    <dgm:pt modelId="{B88A446C-ADD7-4578-9361-6CA48FEFB944}" type="sibTrans" cxnId="{344614D2-56C1-49BC-AA14-3E1D5AF032BB}">
      <dgm:prSet/>
      <dgm:spPr/>
      <dgm:t>
        <a:bodyPr/>
        <a:lstStyle/>
        <a:p>
          <a:endParaRPr lang="en-US"/>
        </a:p>
      </dgm:t>
    </dgm:pt>
    <dgm:pt modelId="{EC64A5A3-0DD1-40A6-A2CB-12D373BAD27E}">
      <dgm:prSet/>
      <dgm:spPr/>
      <dgm:t>
        <a:bodyPr/>
        <a:lstStyle/>
        <a:p>
          <a:r>
            <a:rPr lang="pt-PT" b="1"/>
            <a:t>MIS (Management Information Systems)</a:t>
          </a:r>
          <a:endParaRPr lang="en-US"/>
        </a:p>
      </dgm:t>
    </dgm:pt>
    <dgm:pt modelId="{1E8659E2-E670-4271-B85F-85A42499D6A3}" type="parTrans" cxnId="{26E8DF35-40F5-4E95-A53E-23322461AD45}">
      <dgm:prSet/>
      <dgm:spPr/>
      <dgm:t>
        <a:bodyPr/>
        <a:lstStyle/>
        <a:p>
          <a:endParaRPr lang="en-US"/>
        </a:p>
      </dgm:t>
    </dgm:pt>
    <dgm:pt modelId="{97F6F49F-AA2A-4A36-A0DF-7F830A29DE54}" type="sibTrans" cxnId="{26E8DF35-40F5-4E95-A53E-23322461AD45}">
      <dgm:prSet/>
      <dgm:spPr/>
      <dgm:t>
        <a:bodyPr/>
        <a:lstStyle/>
        <a:p>
          <a:endParaRPr lang="en-US"/>
        </a:p>
      </dgm:t>
    </dgm:pt>
    <dgm:pt modelId="{427D19A5-6B28-4EDF-85A3-76BBB7C2EE1E}">
      <dgm:prSet/>
      <dgm:spPr/>
      <dgm:t>
        <a:bodyPr/>
        <a:lstStyle/>
        <a:p>
          <a:r>
            <a:rPr lang="pt-PT"/>
            <a:t>Suportam a </a:t>
          </a:r>
          <a:r>
            <a:rPr lang="pt-PT" b="1"/>
            <a:t>gestão intermédia</a:t>
          </a:r>
          <a:r>
            <a:rPr lang="pt-PT"/>
            <a:t>.</a:t>
          </a:r>
          <a:endParaRPr lang="en-US"/>
        </a:p>
      </dgm:t>
    </dgm:pt>
    <dgm:pt modelId="{592C8B52-0A12-4507-B1F5-DF7016C2DF24}" type="parTrans" cxnId="{B01FABDD-4746-40EE-A836-4A2AD5D25171}">
      <dgm:prSet/>
      <dgm:spPr/>
      <dgm:t>
        <a:bodyPr/>
        <a:lstStyle/>
        <a:p>
          <a:endParaRPr lang="en-US"/>
        </a:p>
      </dgm:t>
    </dgm:pt>
    <dgm:pt modelId="{54A5A896-EF80-48F7-ABFF-50FF04B59DEF}" type="sibTrans" cxnId="{B01FABDD-4746-40EE-A836-4A2AD5D25171}">
      <dgm:prSet/>
      <dgm:spPr/>
      <dgm:t>
        <a:bodyPr/>
        <a:lstStyle/>
        <a:p>
          <a:endParaRPr lang="en-US"/>
        </a:p>
      </dgm:t>
    </dgm:pt>
    <dgm:pt modelId="{342491B8-F5E7-4EA0-828A-C77B30DBCD67}">
      <dgm:prSet/>
      <dgm:spPr/>
      <dgm:t>
        <a:bodyPr/>
        <a:lstStyle/>
        <a:p>
          <a:r>
            <a:rPr lang="pt-PT"/>
            <a:t>Fornecem relatórios do desempenho em tempo real baseados em TPS.</a:t>
          </a:r>
          <a:endParaRPr lang="en-US"/>
        </a:p>
      </dgm:t>
    </dgm:pt>
    <dgm:pt modelId="{EC52DC7D-CCFC-421E-9536-40A3B0637DD8}" type="parTrans" cxnId="{F3DFE14E-F77B-4A83-85B3-9D177A0E04DC}">
      <dgm:prSet/>
      <dgm:spPr/>
      <dgm:t>
        <a:bodyPr/>
        <a:lstStyle/>
        <a:p>
          <a:endParaRPr lang="en-US"/>
        </a:p>
      </dgm:t>
    </dgm:pt>
    <dgm:pt modelId="{6B87F82D-15C4-4FBC-B7C8-167539B28CCA}" type="sibTrans" cxnId="{F3DFE14E-F77B-4A83-85B3-9D177A0E04DC}">
      <dgm:prSet/>
      <dgm:spPr/>
      <dgm:t>
        <a:bodyPr/>
        <a:lstStyle/>
        <a:p>
          <a:endParaRPr lang="en-US"/>
        </a:p>
      </dgm:t>
    </dgm:pt>
    <dgm:pt modelId="{84F9CB51-D747-48DB-8375-35C559CE5786}">
      <dgm:prSet/>
      <dgm:spPr/>
      <dgm:t>
        <a:bodyPr/>
        <a:lstStyle/>
        <a:p>
          <a:r>
            <a:rPr lang="pt-PT"/>
            <a:t>Respondem a questões de rotina com pouca capacidade analítica.</a:t>
          </a:r>
          <a:endParaRPr lang="en-US"/>
        </a:p>
      </dgm:t>
    </dgm:pt>
    <dgm:pt modelId="{92F4890B-4CED-4D68-AA51-0E8B6EE1D222}" type="parTrans" cxnId="{7569EB7F-8F83-4275-9889-1F0403105102}">
      <dgm:prSet/>
      <dgm:spPr/>
      <dgm:t>
        <a:bodyPr/>
        <a:lstStyle/>
        <a:p>
          <a:endParaRPr lang="en-US"/>
        </a:p>
      </dgm:t>
    </dgm:pt>
    <dgm:pt modelId="{4A0625B2-0CB2-4069-B43F-B38C72D608F8}" type="sibTrans" cxnId="{7569EB7F-8F83-4275-9889-1F0403105102}">
      <dgm:prSet/>
      <dgm:spPr/>
      <dgm:t>
        <a:bodyPr/>
        <a:lstStyle/>
        <a:p>
          <a:endParaRPr lang="en-US"/>
        </a:p>
      </dgm:t>
    </dgm:pt>
    <dgm:pt modelId="{430B2E23-1557-449A-AF86-3C4570BD65F4}" type="pres">
      <dgm:prSet presAssocID="{77C029C4-6CEC-40F9-A652-7FF0CA49D602}" presName="linear" presStyleCnt="0">
        <dgm:presLayoutVars>
          <dgm:animLvl val="lvl"/>
          <dgm:resizeHandles val="exact"/>
        </dgm:presLayoutVars>
      </dgm:prSet>
      <dgm:spPr/>
    </dgm:pt>
    <dgm:pt modelId="{8D6EF3E1-D435-4879-92B1-0A5A6B6C926E}" type="pres">
      <dgm:prSet presAssocID="{B3A6D3EB-EDB9-44F8-87CD-94634057B38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138884D-7211-4E95-8F55-BE2A407F4639}" type="pres">
      <dgm:prSet presAssocID="{B3A6D3EB-EDB9-44F8-87CD-94634057B380}" presName="childText" presStyleLbl="revTx" presStyleIdx="0" presStyleCnt="2">
        <dgm:presLayoutVars>
          <dgm:bulletEnabled val="1"/>
        </dgm:presLayoutVars>
      </dgm:prSet>
      <dgm:spPr/>
    </dgm:pt>
    <dgm:pt modelId="{DACAF003-1C7F-4754-AF42-0499B39375DF}" type="pres">
      <dgm:prSet presAssocID="{EC64A5A3-0DD1-40A6-A2CB-12D373BAD27E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EB5B1C8-E661-495F-A019-40C30C211131}" type="pres">
      <dgm:prSet presAssocID="{EC64A5A3-0DD1-40A6-A2CB-12D373BAD27E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83F23900-CB38-4C54-8D41-F729A35E1828}" type="presOf" srcId="{756B0CFE-A82E-4AD5-9C6A-067D26F892D4}" destId="{7138884D-7211-4E95-8F55-BE2A407F4639}" srcOrd="0" destOrd="1" presId="urn:microsoft.com/office/officeart/2005/8/layout/vList2"/>
    <dgm:cxn modelId="{F3377603-B2E1-4B3B-9372-7230C62F5ED7}" srcId="{B3A6D3EB-EDB9-44F8-87CD-94634057B380}" destId="{888FEEBA-978E-4268-B107-62E617E16A5C}" srcOrd="0" destOrd="0" parTransId="{4AB99AC3-0A47-4090-A1D4-18CB3E6BE31C}" sibTransId="{C9C4CBC3-1DDB-4547-8298-3D6FCB2969B1}"/>
    <dgm:cxn modelId="{BC506406-6AFF-4D50-AD2C-6C1673915D0B}" srcId="{77C029C4-6CEC-40F9-A652-7FF0CA49D602}" destId="{B3A6D3EB-EDB9-44F8-87CD-94634057B380}" srcOrd="0" destOrd="0" parTransId="{5B6FFDA0-C80A-4F2B-90C2-756E8AA7D8E0}" sibTransId="{3672FF1E-D818-4E11-B92F-53026569CAC0}"/>
    <dgm:cxn modelId="{FA82A30D-6188-4521-B048-251BCDA72F72}" type="presOf" srcId="{888FEEBA-978E-4268-B107-62E617E16A5C}" destId="{7138884D-7211-4E95-8F55-BE2A407F4639}" srcOrd="0" destOrd="0" presId="urn:microsoft.com/office/officeart/2005/8/layout/vList2"/>
    <dgm:cxn modelId="{F67F8226-9891-47D0-895A-EEBE7D2AE305}" type="presOf" srcId="{321E83D1-43B5-4A7D-955E-D0BB732A6F77}" destId="{7138884D-7211-4E95-8F55-BE2A407F4639}" srcOrd="0" destOrd="2" presId="urn:microsoft.com/office/officeart/2005/8/layout/vList2"/>
    <dgm:cxn modelId="{26E8DF35-40F5-4E95-A53E-23322461AD45}" srcId="{77C029C4-6CEC-40F9-A652-7FF0CA49D602}" destId="{EC64A5A3-0DD1-40A6-A2CB-12D373BAD27E}" srcOrd="1" destOrd="0" parTransId="{1E8659E2-E670-4271-B85F-85A42499D6A3}" sibTransId="{97F6F49F-AA2A-4A36-A0DF-7F830A29DE54}"/>
    <dgm:cxn modelId="{1456493F-1B01-467A-BADF-20EAB0471A33}" type="presOf" srcId="{77C029C4-6CEC-40F9-A652-7FF0CA49D602}" destId="{430B2E23-1557-449A-AF86-3C4570BD65F4}" srcOrd="0" destOrd="0" presId="urn:microsoft.com/office/officeart/2005/8/layout/vList2"/>
    <dgm:cxn modelId="{D142E963-8969-4BDF-BE9A-360AF2C3F859}" type="presOf" srcId="{342491B8-F5E7-4EA0-828A-C77B30DBCD67}" destId="{8EB5B1C8-E661-495F-A019-40C30C211131}" srcOrd="0" destOrd="1" presId="urn:microsoft.com/office/officeart/2005/8/layout/vList2"/>
    <dgm:cxn modelId="{E0FBC44C-99AD-4CB1-BCF0-79B959B08B5F}" type="presOf" srcId="{84F9CB51-D747-48DB-8375-35C559CE5786}" destId="{8EB5B1C8-E661-495F-A019-40C30C211131}" srcOrd="0" destOrd="2" presId="urn:microsoft.com/office/officeart/2005/8/layout/vList2"/>
    <dgm:cxn modelId="{F3DFE14E-F77B-4A83-85B3-9D177A0E04DC}" srcId="{EC64A5A3-0DD1-40A6-A2CB-12D373BAD27E}" destId="{342491B8-F5E7-4EA0-828A-C77B30DBCD67}" srcOrd="1" destOrd="0" parTransId="{EC52DC7D-CCFC-421E-9536-40A3B0637DD8}" sibTransId="{6B87F82D-15C4-4FBC-B7C8-167539B28CCA}"/>
    <dgm:cxn modelId="{7569EB7F-8F83-4275-9889-1F0403105102}" srcId="{EC64A5A3-0DD1-40A6-A2CB-12D373BAD27E}" destId="{84F9CB51-D747-48DB-8375-35C559CE5786}" srcOrd="2" destOrd="0" parTransId="{92F4890B-4CED-4D68-AA51-0E8B6EE1D222}" sibTransId="{4A0625B2-0CB2-4069-B43F-B38C72D608F8}"/>
    <dgm:cxn modelId="{77087299-6DA2-4347-A9D6-7C0C186719E9}" type="presOf" srcId="{427D19A5-6B28-4EDF-85A3-76BBB7C2EE1E}" destId="{8EB5B1C8-E661-495F-A019-40C30C211131}" srcOrd="0" destOrd="0" presId="urn:microsoft.com/office/officeart/2005/8/layout/vList2"/>
    <dgm:cxn modelId="{6BB40BBC-A47E-481E-A163-CE96D6909413}" type="presOf" srcId="{EC64A5A3-0DD1-40A6-A2CB-12D373BAD27E}" destId="{DACAF003-1C7F-4754-AF42-0499B39375DF}" srcOrd="0" destOrd="0" presId="urn:microsoft.com/office/officeart/2005/8/layout/vList2"/>
    <dgm:cxn modelId="{344614D2-56C1-49BC-AA14-3E1D5AF032BB}" srcId="{B3A6D3EB-EDB9-44F8-87CD-94634057B380}" destId="{321E83D1-43B5-4A7D-955E-D0BB732A6F77}" srcOrd="2" destOrd="0" parTransId="{BE03905D-D193-41BE-95E7-F1ACEF63D659}" sibTransId="{B88A446C-ADD7-4578-9361-6CA48FEFB944}"/>
    <dgm:cxn modelId="{284512D7-BCDD-4BFB-B4D7-90EE56CCB86E}" srcId="{B3A6D3EB-EDB9-44F8-87CD-94634057B380}" destId="{756B0CFE-A82E-4AD5-9C6A-067D26F892D4}" srcOrd="1" destOrd="0" parTransId="{8065B108-7924-42C3-93D8-E26C945BBCE8}" sibTransId="{57622678-2FEC-4159-A872-7AF2012FE579}"/>
    <dgm:cxn modelId="{B01FABDD-4746-40EE-A836-4A2AD5D25171}" srcId="{EC64A5A3-0DD1-40A6-A2CB-12D373BAD27E}" destId="{427D19A5-6B28-4EDF-85A3-76BBB7C2EE1E}" srcOrd="0" destOrd="0" parTransId="{592C8B52-0A12-4507-B1F5-DF7016C2DF24}" sibTransId="{54A5A896-EF80-48F7-ABFF-50FF04B59DEF}"/>
    <dgm:cxn modelId="{116004ED-E92F-4D44-825F-A7BABB6B3724}" type="presOf" srcId="{B3A6D3EB-EDB9-44F8-87CD-94634057B380}" destId="{8D6EF3E1-D435-4879-92B1-0A5A6B6C926E}" srcOrd="0" destOrd="0" presId="urn:microsoft.com/office/officeart/2005/8/layout/vList2"/>
    <dgm:cxn modelId="{7854A8EA-C247-486E-8D3B-211CCD84A073}" type="presParOf" srcId="{430B2E23-1557-449A-AF86-3C4570BD65F4}" destId="{8D6EF3E1-D435-4879-92B1-0A5A6B6C926E}" srcOrd="0" destOrd="0" presId="urn:microsoft.com/office/officeart/2005/8/layout/vList2"/>
    <dgm:cxn modelId="{C415EB56-9E2C-48B6-9650-557AE9C25BED}" type="presParOf" srcId="{430B2E23-1557-449A-AF86-3C4570BD65F4}" destId="{7138884D-7211-4E95-8F55-BE2A407F4639}" srcOrd="1" destOrd="0" presId="urn:microsoft.com/office/officeart/2005/8/layout/vList2"/>
    <dgm:cxn modelId="{DEE628FE-E6E8-4BF5-8EAA-166F06D46F83}" type="presParOf" srcId="{430B2E23-1557-449A-AF86-3C4570BD65F4}" destId="{DACAF003-1C7F-4754-AF42-0499B39375DF}" srcOrd="2" destOrd="0" presId="urn:microsoft.com/office/officeart/2005/8/layout/vList2"/>
    <dgm:cxn modelId="{0F7B11AB-8BDD-4235-B861-C0FAE7172116}" type="presParOf" srcId="{430B2E23-1557-449A-AF86-3C4570BD65F4}" destId="{8EB5B1C8-E661-495F-A019-40C30C211131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54B14C2-591E-47EE-BE21-FF2941E4F1A8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0D5788E-FA05-4F1E-947E-80F09F6A2645}">
      <dgm:prSet/>
      <dgm:spPr/>
      <dgm:t>
        <a:bodyPr/>
        <a:lstStyle/>
        <a:p>
          <a:r>
            <a:rPr lang="pt-PT" b="1"/>
            <a:t>DSS (Decision Support Systems)</a:t>
          </a:r>
          <a:endParaRPr lang="en-US"/>
        </a:p>
      </dgm:t>
    </dgm:pt>
    <dgm:pt modelId="{07B01F9E-4EFE-4E4F-AEB4-13FA40D38CB6}" type="parTrans" cxnId="{8AC577F6-3878-40E5-9021-917FB860A3C6}">
      <dgm:prSet/>
      <dgm:spPr/>
      <dgm:t>
        <a:bodyPr/>
        <a:lstStyle/>
        <a:p>
          <a:endParaRPr lang="en-US"/>
        </a:p>
      </dgm:t>
    </dgm:pt>
    <dgm:pt modelId="{DECD7C3C-0FF2-4306-9254-C2000B8F4326}" type="sibTrans" cxnId="{8AC577F6-3878-40E5-9021-917FB860A3C6}">
      <dgm:prSet/>
      <dgm:spPr/>
      <dgm:t>
        <a:bodyPr/>
        <a:lstStyle/>
        <a:p>
          <a:endParaRPr lang="en-US"/>
        </a:p>
      </dgm:t>
    </dgm:pt>
    <dgm:pt modelId="{9D51B5D6-C648-4B3F-B59C-39850FC7C613}">
      <dgm:prSet/>
      <dgm:spPr/>
      <dgm:t>
        <a:bodyPr/>
        <a:lstStyle/>
        <a:p>
          <a:r>
            <a:rPr lang="pt-PT"/>
            <a:t>Auxiliam a gestão intermédia em </a:t>
          </a:r>
          <a:r>
            <a:rPr lang="pt-PT" b="1"/>
            <a:t>decisões não rotineiras.</a:t>
          </a:r>
          <a:endParaRPr lang="en-US"/>
        </a:p>
      </dgm:t>
    </dgm:pt>
    <dgm:pt modelId="{D87F3A66-933C-4DEC-A5E3-2E2551B4AED8}" type="parTrans" cxnId="{FE6A8B62-5116-410F-AD95-AAF53ADEDCBC}">
      <dgm:prSet/>
      <dgm:spPr/>
      <dgm:t>
        <a:bodyPr/>
        <a:lstStyle/>
        <a:p>
          <a:endParaRPr lang="en-US"/>
        </a:p>
      </dgm:t>
    </dgm:pt>
    <dgm:pt modelId="{DBCAA5AD-B794-46E0-A505-5A48C857D762}" type="sibTrans" cxnId="{FE6A8B62-5116-410F-AD95-AAF53ADEDCBC}">
      <dgm:prSet/>
      <dgm:spPr/>
      <dgm:t>
        <a:bodyPr/>
        <a:lstStyle/>
        <a:p>
          <a:endParaRPr lang="en-US"/>
        </a:p>
      </dgm:t>
    </dgm:pt>
    <dgm:pt modelId="{93ACFF8A-5E77-41C2-BB92-3FEB7B1A6A5C}">
      <dgm:prSet/>
      <dgm:spPr/>
      <dgm:t>
        <a:bodyPr/>
        <a:lstStyle/>
        <a:p>
          <a:r>
            <a:rPr lang="pt-PT"/>
            <a:t>Utilizam informação externa e dos TPS/MIS.</a:t>
          </a:r>
          <a:endParaRPr lang="en-US"/>
        </a:p>
      </dgm:t>
    </dgm:pt>
    <dgm:pt modelId="{D4C07663-5FB4-4396-9DDB-EEA308A8D0C6}" type="parTrans" cxnId="{4500A03F-5F15-44F4-864D-4D048E51EFF4}">
      <dgm:prSet/>
      <dgm:spPr/>
      <dgm:t>
        <a:bodyPr/>
        <a:lstStyle/>
        <a:p>
          <a:endParaRPr lang="en-US"/>
        </a:p>
      </dgm:t>
    </dgm:pt>
    <dgm:pt modelId="{2B28E16C-3E8D-4856-B725-E717DB134B99}" type="sibTrans" cxnId="{4500A03F-5F15-44F4-864D-4D048E51EFF4}">
      <dgm:prSet/>
      <dgm:spPr/>
      <dgm:t>
        <a:bodyPr/>
        <a:lstStyle/>
        <a:p>
          <a:endParaRPr lang="en-US"/>
        </a:p>
      </dgm:t>
    </dgm:pt>
    <dgm:pt modelId="{290C2997-D3E2-4061-9038-81DFD695D271}">
      <dgm:prSet/>
      <dgm:spPr/>
      <dgm:t>
        <a:bodyPr/>
        <a:lstStyle/>
        <a:p>
          <a:r>
            <a:rPr lang="pt-PT" b="1"/>
            <a:t>ESS (Executive Support Systems)</a:t>
          </a:r>
          <a:endParaRPr lang="en-US"/>
        </a:p>
      </dgm:t>
    </dgm:pt>
    <dgm:pt modelId="{676259C0-AABC-47E5-BA34-65F6B348BAFC}" type="parTrans" cxnId="{D93D11CD-AEC8-4D91-BE94-26F156F5DEC0}">
      <dgm:prSet/>
      <dgm:spPr/>
      <dgm:t>
        <a:bodyPr/>
        <a:lstStyle/>
        <a:p>
          <a:endParaRPr lang="en-US"/>
        </a:p>
      </dgm:t>
    </dgm:pt>
    <dgm:pt modelId="{E072FE32-D82F-484C-ABB9-A2AC65A6CD9E}" type="sibTrans" cxnId="{D93D11CD-AEC8-4D91-BE94-26F156F5DEC0}">
      <dgm:prSet/>
      <dgm:spPr/>
      <dgm:t>
        <a:bodyPr/>
        <a:lstStyle/>
        <a:p>
          <a:endParaRPr lang="en-US"/>
        </a:p>
      </dgm:t>
    </dgm:pt>
    <dgm:pt modelId="{E93A650E-28FB-4FEC-B78A-2A5CB82CA378}">
      <dgm:prSet/>
      <dgm:spPr/>
      <dgm:t>
        <a:bodyPr/>
        <a:lstStyle/>
        <a:p>
          <a:r>
            <a:rPr lang="pt-PT"/>
            <a:t>Dão suporte à </a:t>
          </a:r>
          <a:r>
            <a:rPr lang="pt-PT" b="1"/>
            <a:t>gestão de topo </a:t>
          </a:r>
          <a:r>
            <a:rPr lang="pt-PT"/>
            <a:t>em decisões complexas.</a:t>
          </a:r>
          <a:endParaRPr lang="en-US"/>
        </a:p>
      </dgm:t>
    </dgm:pt>
    <dgm:pt modelId="{0D6281D2-50DF-4A86-8FEC-57EF4F835C94}" type="parTrans" cxnId="{52F2C92C-8824-4CFD-9690-AEC5D7573BDF}">
      <dgm:prSet/>
      <dgm:spPr/>
      <dgm:t>
        <a:bodyPr/>
        <a:lstStyle/>
        <a:p>
          <a:endParaRPr lang="en-US"/>
        </a:p>
      </dgm:t>
    </dgm:pt>
    <dgm:pt modelId="{FB296345-891D-4E59-AAE9-FF573994BCCC}" type="sibTrans" cxnId="{52F2C92C-8824-4CFD-9690-AEC5D7573BDF}">
      <dgm:prSet/>
      <dgm:spPr/>
      <dgm:t>
        <a:bodyPr/>
        <a:lstStyle/>
        <a:p>
          <a:endParaRPr lang="en-US"/>
        </a:p>
      </dgm:t>
    </dgm:pt>
    <dgm:pt modelId="{82E74A18-9508-4DB5-9CBD-2DDEED7A431C}">
      <dgm:prSet/>
      <dgm:spPr/>
      <dgm:t>
        <a:bodyPr/>
        <a:lstStyle/>
        <a:p>
          <a:r>
            <a:rPr lang="pt-PT"/>
            <a:t>Exigem julgamento e incluem dados externos e resumos do MIS/DSS.</a:t>
          </a:r>
          <a:endParaRPr lang="en-US"/>
        </a:p>
      </dgm:t>
    </dgm:pt>
    <dgm:pt modelId="{2554453D-B3E5-41F8-A4B1-83BE88B988F4}" type="parTrans" cxnId="{302D6F6C-DF6B-413E-B4C7-693BE13384DF}">
      <dgm:prSet/>
      <dgm:spPr/>
      <dgm:t>
        <a:bodyPr/>
        <a:lstStyle/>
        <a:p>
          <a:endParaRPr lang="en-US"/>
        </a:p>
      </dgm:t>
    </dgm:pt>
    <dgm:pt modelId="{410BEC1B-F6E9-41EC-AED7-D4C0EA1507E9}" type="sibTrans" cxnId="{302D6F6C-DF6B-413E-B4C7-693BE13384DF}">
      <dgm:prSet/>
      <dgm:spPr/>
      <dgm:t>
        <a:bodyPr/>
        <a:lstStyle/>
        <a:p>
          <a:endParaRPr lang="en-US"/>
        </a:p>
      </dgm:t>
    </dgm:pt>
    <dgm:pt modelId="{64C9535B-F049-4E9A-8611-4CB9CD42214F}" type="pres">
      <dgm:prSet presAssocID="{154B14C2-591E-47EE-BE21-FF2941E4F1A8}" presName="linear" presStyleCnt="0">
        <dgm:presLayoutVars>
          <dgm:animLvl val="lvl"/>
          <dgm:resizeHandles val="exact"/>
        </dgm:presLayoutVars>
      </dgm:prSet>
      <dgm:spPr/>
    </dgm:pt>
    <dgm:pt modelId="{4661DCC4-C589-4098-95E5-8CBE9299F823}" type="pres">
      <dgm:prSet presAssocID="{50D5788E-FA05-4F1E-947E-80F09F6A264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0225DCC-07A9-4E36-A3C2-5CD6278BACF4}" type="pres">
      <dgm:prSet presAssocID="{50D5788E-FA05-4F1E-947E-80F09F6A2645}" presName="childText" presStyleLbl="revTx" presStyleIdx="0" presStyleCnt="2">
        <dgm:presLayoutVars>
          <dgm:bulletEnabled val="1"/>
        </dgm:presLayoutVars>
      </dgm:prSet>
      <dgm:spPr/>
    </dgm:pt>
    <dgm:pt modelId="{8CDC98AE-D28A-4B6C-BBEE-6B8CCF718D96}" type="pres">
      <dgm:prSet presAssocID="{290C2997-D3E2-4061-9038-81DFD695D271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3AB588BF-65CD-42C5-91D1-0EAB3EE14B4F}" type="pres">
      <dgm:prSet presAssocID="{290C2997-D3E2-4061-9038-81DFD695D271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02A69712-572D-4083-97CE-07F86A149F55}" type="presOf" srcId="{154B14C2-591E-47EE-BE21-FF2941E4F1A8}" destId="{64C9535B-F049-4E9A-8611-4CB9CD42214F}" srcOrd="0" destOrd="0" presId="urn:microsoft.com/office/officeart/2005/8/layout/vList2"/>
    <dgm:cxn modelId="{52F2C92C-8824-4CFD-9690-AEC5D7573BDF}" srcId="{290C2997-D3E2-4061-9038-81DFD695D271}" destId="{E93A650E-28FB-4FEC-B78A-2A5CB82CA378}" srcOrd="0" destOrd="0" parTransId="{0D6281D2-50DF-4A86-8FEC-57EF4F835C94}" sibTransId="{FB296345-891D-4E59-AAE9-FF573994BCCC}"/>
    <dgm:cxn modelId="{7E41EA32-E53B-4330-A655-766C5C571458}" type="presOf" srcId="{82E74A18-9508-4DB5-9CBD-2DDEED7A431C}" destId="{3AB588BF-65CD-42C5-91D1-0EAB3EE14B4F}" srcOrd="0" destOrd="1" presId="urn:microsoft.com/office/officeart/2005/8/layout/vList2"/>
    <dgm:cxn modelId="{4500A03F-5F15-44F4-864D-4D048E51EFF4}" srcId="{50D5788E-FA05-4F1E-947E-80F09F6A2645}" destId="{93ACFF8A-5E77-41C2-BB92-3FEB7B1A6A5C}" srcOrd="1" destOrd="0" parTransId="{D4C07663-5FB4-4396-9DDB-EEA308A8D0C6}" sibTransId="{2B28E16C-3E8D-4856-B725-E717DB134B99}"/>
    <dgm:cxn modelId="{9E08C65E-A51F-4698-A0C6-ADAED17CB150}" type="presOf" srcId="{9D51B5D6-C648-4B3F-B59C-39850FC7C613}" destId="{60225DCC-07A9-4E36-A3C2-5CD6278BACF4}" srcOrd="0" destOrd="0" presId="urn:microsoft.com/office/officeart/2005/8/layout/vList2"/>
    <dgm:cxn modelId="{FE6A8B62-5116-410F-AD95-AAF53ADEDCBC}" srcId="{50D5788E-FA05-4F1E-947E-80F09F6A2645}" destId="{9D51B5D6-C648-4B3F-B59C-39850FC7C613}" srcOrd="0" destOrd="0" parTransId="{D87F3A66-933C-4DEC-A5E3-2E2551B4AED8}" sibTransId="{DBCAA5AD-B794-46E0-A505-5A48C857D762}"/>
    <dgm:cxn modelId="{302D6F6C-DF6B-413E-B4C7-693BE13384DF}" srcId="{290C2997-D3E2-4061-9038-81DFD695D271}" destId="{82E74A18-9508-4DB5-9CBD-2DDEED7A431C}" srcOrd="1" destOrd="0" parTransId="{2554453D-B3E5-41F8-A4B1-83BE88B988F4}" sibTransId="{410BEC1B-F6E9-41EC-AED7-D4C0EA1507E9}"/>
    <dgm:cxn modelId="{C29DFA97-34E3-4841-9762-3A4B66CB6E5A}" type="presOf" srcId="{93ACFF8A-5E77-41C2-BB92-3FEB7B1A6A5C}" destId="{60225DCC-07A9-4E36-A3C2-5CD6278BACF4}" srcOrd="0" destOrd="1" presId="urn:microsoft.com/office/officeart/2005/8/layout/vList2"/>
    <dgm:cxn modelId="{61AE4FA6-3F44-4C1E-8374-8163E44F578A}" type="presOf" srcId="{290C2997-D3E2-4061-9038-81DFD695D271}" destId="{8CDC98AE-D28A-4B6C-BBEE-6B8CCF718D96}" srcOrd="0" destOrd="0" presId="urn:microsoft.com/office/officeart/2005/8/layout/vList2"/>
    <dgm:cxn modelId="{6E7B9CC3-99D6-471F-8139-BE990BF34878}" type="presOf" srcId="{E93A650E-28FB-4FEC-B78A-2A5CB82CA378}" destId="{3AB588BF-65CD-42C5-91D1-0EAB3EE14B4F}" srcOrd="0" destOrd="0" presId="urn:microsoft.com/office/officeart/2005/8/layout/vList2"/>
    <dgm:cxn modelId="{D93D11CD-AEC8-4D91-BE94-26F156F5DEC0}" srcId="{154B14C2-591E-47EE-BE21-FF2941E4F1A8}" destId="{290C2997-D3E2-4061-9038-81DFD695D271}" srcOrd="1" destOrd="0" parTransId="{676259C0-AABC-47E5-BA34-65F6B348BAFC}" sibTransId="{E072FE32-D82F-484C-ABB9-A2AC65A6CD9E}"/>
    <dgm:cxn modelId="{8AC577F6-3878-40E5-9021-917FB860A3C6}" srcId="{154B14C2-591E-47EE-BE21-FF2941E4F1A8}" destId="{50D5788E-FA05-4F1E-947E-80F09F6A2645}" srcOrd="0" destOrd="0" parTransId="{07B01F9E-4EFE-4E4F-AEB4-13FA40D38CB6}" sibTransId="{DECD7C3C-0FF2-4306-9254-C2000B8F4326}"/>
    <dgm:cxn modelId="{035EDDF8-5103-4382-994B-99ADD4A1F282}" type="presOf" srcId="{50D5788E-FA05-4F1E-947E-80F09F6A2645}" destId="{4661DCC4-C589-4098-95E5-8CBE9299F823}" srcOrd="0" destOrd="0" presId="urn:microsoft.com/office/officeart/2005/8/layout/vList2"/>
    <dgm:cxn modelId="{490965F3-96B1-4F59-8680-BD66EFA0F025}" type="presParOf" srcId="{64C9535B-F049-4E9A-8611-4CB9CD42214F}" destId="{4661DCC4-C589-4098-95E5-8CBE9299F823}" srcOrd="0" destOrd="0" presId="urn:microsoft.com/office/officeart/2005/8/layout/vList2"/>
    <dgm:cxn modelId="{8FB2623D-A817-4E69-A463-BA1B0CD898F0}" type="presParOf" srcId="{64C9535B-F049-4E9A-8611-4CB9CD42214F}" destId="{60225DCC-07A9-4E36-A3C2-5CD6278BACF4}" srcOrd="1" destOrd="0" presId="urn:microsoft.com/office/officeart/2005/8/layout/vList2"/>
    <dgm:cxn modelId="{DB999946-6D43-4E00-A440-55AE95DEE021}" type="presParOf" srcId="{64C9535B-F049-4E9A-8611-4CB9CD42214F}" destId="{8CDC98AE-D28A-4B6C-BBEE-6B8CCF718D96}" srcOrd="2" destOrd="0" presId="urn:microsoft.com/office/officeart/2005/8/layout/vList2"/>
    <dgm:cxn modelId="{139EF2D9-F2A9-435F-97F9-54E726051E9A}" type="presParOf" srcId="{64C9535B-F049-4E9A-8611-4CB9CD42214F}" destId="{3AB588BF-65CD-42C5-91D1-0EAB3EE14B4F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CCA233F-5E77-4C07-A0A9-902FFE21D3A5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F55D9EC-2912-4877-9093-3BA0DBA72240}">
      <dgm:prSet/>
      <dgm:spPr/>
      <dgm:t>
        <a:bodyPr/>
        <a:lstStyle/>
        <a:p>
          <a:r>
            <a:rPr lang="pt-PT" b="1"/>
            <a:t>Módulo Clientes </a:t>
          </a:r>
          <a:r>
            <a:rPr lang="pt-PT"/>
            <a:t>- Programa Moloni</a:t>
          </a:r>
        </a:p>
      </dgm:t>
    </dgm:pt>
    <dgm:pt modelId="{F2684450-AA82-4396-8C7B-57865640C50B}" type="parTrans" cxnId="{0D76CB4E-E81F-4A67-BC32-695836C2E277}">
      <dgm:prSet/>
      <dgm:spPr/>
      <dgm:t>
        <a:bodyPr/>
        <a:lstStyle/>
        <a:p>
          <a:endParaRPr lang="en-US"/>
        </a:p>
      </dgm:t>
    </dgm:pt>
    <dgm:pt modelId="{3CC7128B-7636-4AAB-B126-9605F38F175C}" type="sibTrans" cxnId="{0D76CB4E-E81F-4A67-BC32-695836C2E277}">
      <dgm:prSet/>
      <dgm:spPr/>
      <dgm:t>
        <a:bodyPr/>
        <a:lstStyle/>
        <a:p>
          <a:endParaRPr lang="en-US"/>
        </a:p>
      </dgm:t>
    </dgm:pt>
    <dgm:pt modelId="{8FC0A844-6B6D-4ABA-9D5F-3B47CB1138E5}">
      <dgm:prSet/>
      <dgm:spPr/>
      <dgm:t>
        <a:bodyPr/>
        <a:lstStyle/>
        <a:p>
          <a:r>
            <a:rPr lang="pt-PT" b="1" dirty="0"/>
            <a:t>TPS &amp; MIS</a:t>
          </a:r>
          <a:r>
            <a:rPr lang="pt-PT" dirty="0"/>
            <a:t>: Registo eficiente e relatórios analíticos</a:t>
          </a:r>
          <a:endParaRPr lang="en-US" dirty="0"/>
        </a:p>
      </dgm:t>
    </dgm:pt>
    <dgm:pt modelId="{8B6CFA3D-B215-4929-B34A-ED6C61DB50C7}" type="parTrans" cxnId="{764BC15A-9416-45E3-ADC8-0FD721D31DA7}">
      <dgm:prSet/>
      <dgm:spPr/>
      <dgm:t>
        <a:bodyPr/>
        <a:lstStyle/>
        <a:p>
          <a:endParaRPr lang="en-US"/>
        </a:p>
      </dgm:t>
    </dgm:pt>
    <dgm:pt modelId="{78FCD2AA-BBDF-42C5-8D53-32D10B89EDC8}" type="sibTrans" cxnId="{764BC15A-9416-45E3-ADC8-0FD721D31DA7}">
      <dgm:prSet/>
      <dgm:spPr/>
      <dgm:t>
        <a:bodyPr/>
        <a:lstStyle/>
        <a:p>
          <a:endParaRPr lang="en-US"/>
        </a:p>
      </dgm:t>
    </dgm:pt>
    <dgm:pt modelId="{CFDBFB36-E13E-4A20-8610-8B9610B65215}">
      <dgm:prSet/>
      <dgm:spPr/>
      <dgm:t>
        <a:bodyPr/>
        <a:lstStyle/>
        <a:p>
          <a:r>
            <a:rPr lang="pt-PT" b="1" dirty="0"/>
            <a:t>Impacto</a:t>
          </a:r>
          <a:r>
            <a:rPr lang="pt-PT" dirty="0"/>
            <a:t>: Melhoria na satisfação do cliente e aumento das vendas</a:t>
          </a:r>
          <a:endParaRPr lang="en-US" dirty="0"/>
        </a:p>
      </dgm:t>
    </dgm:pt>
    <dgm:pt modelId="{A036C8C7-EF04-4ED2-B8D2-0A72E1316C6A}" type="parTrans" cxnId="{09D81260-8B7E-4DA4-BF3E-FCDF844898E0}">
      <dgm:prSet/>
      <dgm:spPr/>
      <dgm:t>
        <a:bodyPr/>
        <a:lstStyle/>
        <a:p>
          <a:endParaRPr lang="en-US"/>
        </a:p>
      </dgm:t>
    </dgm:pt>
    <dgm:pt modelId="{54901C9B-2251-446B-B287-3D299A8097D9}" type="sibTrans" cxnId="{09D81260-8B7E-4DA4-BF3E-FCDF844898E0}">
      <dgm:prSet/>
      <dgm:spPr/>
      <dgm:t>
        <a:bodyPr/>
        <a:lstStyle/>
        <a:p>
          <a:endParaRPr lang="en-US"/>
        </a:p>
      </dgm:t>
    </dgm:pt>
    <dgm:pt modelId="{A93DD2EE-3B0D-4068-996B-B254E8A7ED91}">
      <dgm:prSet/>
      <dgm:spPr/>
      <dgm:t>
        <a:bodyPr/>
        <a:lstStyle/>
        <a:p>
          <a:r>
            <a:rPr lang="pt-PT" b="1"/>
            <a:t>Módulo Compras </a:t>
          </a:r>
          <a:r>
            <a:rPr lang="pt-PT"/>
            <a:t>- Programa Moloni</a:t>
          </a:r>
          <a:endParaRPr lang="en-US"/>
        </a:p>
      </dgm:t>
    </dgm:pt>
    <dgm:pt modelId="{EC5FAD96-03C8-45E1-9A63-474AC4B34773}" type="parTrans" cxnId="{4D7C1471-4A75-4A1F-A5DD-BCBA2E2A2DEB}">
      <dgm:prSet/>
      <dgm:spPr/>
      <dgm:t>
        <a:bodyPr/>
        <a:lstStyle/>
        <a:p>
          <a:endParaRPr lang="en-US"/>
        </a:p>
      </dgm:t>
    </dgm:pt>
    <dgm:pt modelId="{9EF5AF25-C420-43CA-B6C7-CA896FBFDAE9}" type="sibTrans" cxnId="{4D7C1471-4A75-4A1F-A5DD-BCBA2E2A2DEB}">
      <dgm:prSet/>
      <dgm:spPr/>
      <dgm:t>
        <a:bodyPr/>
        <a:lstStyle/>
        <a:p>
          <a:endParaRPr lang="en-US"/>
        </a:p>
      </dgm:t>
    </dgm:pt>
    <dgm:pt modelId="{BB1921F5-D9B9-4DAD-BFE5-CC20F85E069D}">
      <dgm:prSet/>
      <dgm:spPr/>
      <dgm:t>
        <a:bodyPr/>
        <a:lstStyle/>
        <a:p>
          <a:r>
            <a:rPr lang="pt-PT" b="1" dirty="0"/>
            <a:t>TPS &amp; MIS:</a:t>
          </a:r>
          <a:r>
            <a:rPr lang="pt-PT" dirty="0"/>
            <a:t> Registo eficiente e relatórios analíticos</a:t>
          </a:r>
          <a:endParaRPr lang="en-US" dirty="0"/>
        </a:p>
      </dgm:t>
    </dgm:pt>
    <dgm:pt modelId="{7B91DA8A-A102-4A93-9C33-04E23999009B}" type="parTrans" cxnId="{E0EA588C-20F0-415A-B32E-60AB8EEFDC38}">
      <dgm:prSet/>
      <dgm:spPr/>
      <dgm:t>
        <a:bodyPr/>
        <a:lstStyle/>
        <a:p>
          <a:endParaRPr lang="en-US"/>
        </a:p>
      </dgm:t>
    </dgm:pt>
    <dgm:pt modelId="{645E86A7-7DD9-4747-A00A-C89488A544AF}" type="sibTrans" cxnId="{E0EA588C-20F0-415A-B32E-60AB8EEFDC38}">
      <dgm:prSet/>
      <dgm:spPr/>
      <dgm:t>
        <a:bodyPr/>
        <a:lstStyle/>
        <a:p>
          <a:endParaRPr lang="en-US"/>
        </a:p>
      </dgm:t>
    </dgm:pt>
    <dgm:pt modelId="{6B69E8EE-E465-4EAD-9A6A-5E9C914ABC10}">
      <dgm:prSet/>
      <dgm:spPr/>
      <dgm:t>
        <a:bodyPr/>
        <a:lstStyle/>
        <a:p>
          <a:r>
            <a:rPr lang="pt-PT" b="1" dirty="0"/>
            <a:t>Impacto</a:t>
          </a:r>
          <a:r>
            <a:rPr lang="pt-PT" dirty="0"/>
            <a:t>: Melhoria na satisfação do cliente e aumento das vendas</a:t>
          </a:r>
          <a:endParaRPr lang="en-US" dirty="0"/>
        </a:p>
      </dgm:t>
    </dgm:pt>
    <dgm:pt modelId="{BA462D24-A197-44DE-836E-FD0D909D83B5}" type="parTrans" cxnId="{57759405-CEF6-4291-BEA4-1244F6170D21}">
      <dgm:prSet/>
      <dgm:spPr/>
      <dgm:t>
        <a:bodyPr/>
        <a:lstStyle/>
        <a:p>
          <a:endParaRPr lang="en-US"/>
        </a:p>
      </dgm:t>
    </dgm:pt>
    <dgm:pt modelId="{0E13EC83-BAB8-49D9-878E-46DC4190EF97}" type="sibTrans" cxnId="{57759405-CEF6-4291-BEA4-1244F6170D21}">
      <dgm:prSet/>
      <dgm:spPr/>
      <dgm:t>
        <a:bodyPr/>
        <a:lstStyle/>
        <a:p>
          <a:endParaRPr lang="en-US"/>
        </a:p>
      </dgm:t>
    </dgm:pt>
    <dgm:pt modelId="{6A767F04-5107-45EC-9F8B-7106FAD38152}">
      <dgm:prSet/>
      <dgm:spPr/>
      <dgm:t>
        <a:bodyPr/>
        <a:lstStyle/>
        <a:p>
          <a:r>
            <a:rPr lang="pt-PT" b="1"/>
            <a:t>Módulo Stock </a:t>
          </a:r>
          <a:r>
            <a:rPr lang="pt-PT"/>
            <a:t>- Programa Moloni</a:t>
          </a:r>
          <a:endParaRPr lang="en-US"/>
        </a:p>
      </dgm:t>
    </dgm:pt>
    <dgm:pt modelId="{B5E80837-6B65-4FA9-9682-667F383105F6}" type="parTrans" cxnId="{5B22CB7E-8103-4296-A0B7-9488B93BBB5F}">
      <dgm:prSet/>
      <dgm:spPr/>
      <dgm:t>
        <a:bodyPr/>
        <a:lstStyle/>
        <a:p>
          <a:endParaRPr lang="en-US"/>
        </a:p>
      </dgm:t>
    </dgm:pt>
    <dgm:pt modelId="{BBAA115D-F911-4C46-95CC-B5742016EBF0}" type="sibTrans" cxnId="{5B22CB7E-8103-4296-A0B7-9488B93BBB5F}">
      <dgm:prSet/>
      <dgm:spPr/>
      <dgm:t>
        <a:bodyPr/>
        <a:lstStyle/>
        <a:p>
          <a:endParaRPr lang="en-US"/>
        </a:p>
      </dgm:t>
    </dgm:pt>
    <dgm:pt modelId="{7B5ED20B-8EBA-4896-A25F-CCEC10AFC325}">
      <dgm:prSet/>
      <dgm:spPr/>
      <dgm:t>
        <a:bodyPr/>
        <a:lstStyle/>
        <a:p>
          <a:r>
            <a:rPr lang="pt-PT" b="1" dirty="0"/>
            <a:t>TPS &amp; MIS</a:t>
          </a:r>
          <a:r>
            <a:rPr lang="pt-PT" dirty="0"/>
            <a:t>: Gestão eficaz do inventário</a:t>
          </a:r>
          <a:endParaRPr lang="en-US" dirty="0"/>
        </a:p>
      </dgm:t>
    </dgm:pt>
    <dgm:pt modelId="{48BC1E2D-1558-4596-96C8-026055B653E1}" type="parTrans" cxnId="{2DDB38E5-507D-41BF-A48E-84AC005D8BCA}">
      <dgm:prSet/>
      <dgm:spPr/>
      <dgm:t>
        <a:bodyPr/>
        <a:lstStyle/>
        <a:p>
          <a:endParaRPr lang="en-US"/>
        </a:p>
      </dgm:t>
    </dgm:pt>
    <dgm:pt modelId="{920E1884-D4FE-4B9B-B08D-7C6777B39088}" type="sibTrans" cxnId="{2DDB38E5-507D-41BF-A48E-84AC005D8BCA}">
      <dgm:prSet/>
      <dgm:spPr/>
      <dgm:t>
        <a:bodyPr/>
        <a:lstStyle/>
        <a:p>
          <a:endParaRPr lang="en-US"/>
        </a:p>
      </dgm:t>
    </dgm:pt>
    <dgm:pt modelId="{FF5084CF-6C13-4E75-AC80-C3BD4CB0A7D8}">
      <dgm:prSet/>
      <dgm:spPr/>
      <dgm:t>
        <a:bodyPr/>
        <a:lstStyle/>
        <a:p>
          <a:r>
            <a:rPr lang="pt-PT" b="1" dirty="0"/>
            <a:t>Impacto</a:t>
          </a:r>
          <a:r>
            <a:rPr lang="pt-PT" dirty="0"/>
            <a:t>: Minimização do excesso de stock e maximização das vendas</a:t>
          </a:r>
          <a:endParaRPr lang="en-US" dirty="0"/>
        </a:p>
      </dgm:t>
    </dgm:pt>
    <dgm:pt modelId="{CF2F94BF-D156-460C-BE70-486AE456C340}" type="parTrans" cxnId="{13CCE33F-D128-4B50-A91E-1A3AA4E8019A}">
      <dgm:prSet/>
      <dgm:spPr/>
      <dgm:t>
        <a:bodyPr/>
        <a:lstStyle/>
        <a:p>
          <a:endParaRPr lang="en-US"/>
        </a:p>
      </dgm:t>
    </dgm:pt>
    <dgm:pt modelId="{5A1F0EE8-CC75-46C2-9117-CE5358247EE8}" type="sibTrans" cxnId="{13CCE33F-D128-4B50-A91E-1A3AA4E8019A}">
      <dgm:prSet/>
      <dgm:spPr/>
      <dgm:t>
        <a:bodyPr/>
        <a:lstStyle/>
        <a:p>
          <a:endParaRPr lang="en-US"/>
        </a:p>
      </dgm:t>
    </dgm:pt>
    <dgm:pt modelId="{FB156C45-D5F6-4AAE-9EE9-B335E42A2B6C}" type="pres">
      <dgm:prSet presAssocID="{5CCA233F-5E77-4C07-A0A9-902FFE21D3A5}" presName="linear" presStyleCnt="0">
        <dgm:presLayoutVars>
          <dgm:animLvl val="lvl"/>
          <dgm:resizeHandles val="exact"/>
        </dgm:presLayoutVars>
      </dgm:prSet>
      <dgm:spPr/>
    </dgm:pt>
    <dgm:pt modelId="{63C38A8D-6B00-4A51-A3AB-9087CEF8DB8D}" type="pres">
      <dgm:prSet presAssocID="{6F55D9EC-2912-4877-9093-3BA0DBA7224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B067E3F-FA83-4D4E-9E4D-00999879DB25}" type="pres">
      <dgm:prSet presAssocID="{6F55D9EC-2912-4877-9093-3BA0DBA72240}" presName="childText" presStyleLbl="revTx" presStyleIdx="0" presStyleCnt="3">
        <dgm:presLayoutVars>
          <dgm:bulletEnabled val="1"/>
        </dgm:presLayoutVars>
      </dgm:prSet>
      <dgm:spPr/>
    </dgm:pt>
    <dgm:pt modelId="{E3A9898C-6E83-4258-9828-663EB56B2E3B}" type="pres">
      <dgm:prSet presAssocID="{A93DD2EE-3B0D-4068-996B-B254E8A7ED9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1360014-C583-4F12-B155-2F240404753E}" type="pres">
      <dgm:prSet presAssocID="{A93DD2EE-3B0D-4068-996B-B254E8A7ED91}" presName="childText" presStyleLbl="revTx" presStyleIdx="1" presStyleCnt="3">
        <dgm:presLayoutVars>
          <dgm:bulletEnabled val="1"/>
        </dgm:presLayoutVars>
      </dgm:prSet>
      <dgm:spPr/>
    </dgm:pt>
    <dgm:pt modelId="{6A40C396-EB6D-40CE-BE4D-0E17D9326CAA}" type="pres">
      <dgm:prSet presAssocID="{6A767F04-5107-45EC-9F8B-7106FAD38152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9CDB16C5-9710-4837-9014-4FE7060E9D6B}" type="pres">
      <dgm:prSet presAssocID="{6A767F04-5107-45EC-9F8B-7106FAD38152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57759405-CEF6-4291-BEA4-1244F6170D21}" srcId="{A93DD2EE-3B0D-4068-996B-B254E8A7ED91}" destId="{6B69E8EE-E465-4EAD-9A6A-5E9C914ABC10}" srcOrd="1" destOrd="0" parTransId="{BA462D24-A197-44DE-836E-FD0D909D83B5}" sibTransId="{0E13EC83-BAB8-49D9-878E-46DC4190EF97}"/>
    <dgm:cxn modelId="{276A9D2E-BABC-494F-8101-3C89A928EE1F}" type="presOf" srcId="{6A767F04-5107-45EC-9F8B-7106FAD38152}" destId="{6A40C396-EB6D-40CE-BE4D-0E17D9326CAA}" srcOrd="0" destOrd="0" presId="urn:microsoft.com/office/officeart/2005/8/layout/vList2"/>
    <dgm:cxn modelId="{1585783E-BDF9-4579-9EE9-9EF8C4272D77}" type="presOf" srcId="{A93DD2EE-3B0D-4068-996B-B254E8A7ED91}" destId="{E3A9898C-6E83-4258-9828-663EB56B2E3B}" srcOrd="0" destOrd="0" presId="urn:microsoft.com/office/officeart/2005/8/layout/vList2"/>
    <dgm:cxn modelId="{13CCE33F-D128-4B50-A91E-1A3AA4E8019A}" srcId="{6A767F04-5107-45EC-9F8B-7106FAD38152}" destId="{FF5084CF-6C13-4E75-AC80-C3BD4CB0A7D8}" srcOrd="1" destOrd="0" parTransId="{CF2F94BF-D156-460C-BE70-486AE456C340}" sibTransId="{5A1F0EE8-CC75-46C2-9117-CE5358247EE8}"/>
    <dgm:cxn modelId="{39CD465C-49D9-457B-A7E6-BF8DC0A8255C}" type="presOf" srcId="{6F55D9EC-2912-4877-9093-3BA0DBA72240}" destId="{63C38A8D-6B00-4A51-A3AB-9087CEF8DB8D}" srcOrd="0" destOrd="0" presId="urn:microsoft.com/office/officeart/2005/8/layout/vList2"/>
    <dgm:cxn modelId="{09D81260-8B7E-4DA4-BF3E-FCDF844898E0}" srcId="{6F55D9EC-2912-4877-9093-3BA0DBA72240}" destId="{CFDBFB36-E13E-4A20-8610-8B9610B65215}" srcOrd="1" destOrd="0" parTransId="{A036C8C7-EF04-4ED2-B8D2-0A72E1316C6A}" sibTransId="{54901C9B-2251-446B-B287-3D299A8097D9}"/>
    <dgm:cxn modelId="{0D76CB4E-E81F-4A67-BC32-695836C2E277}" srcId="{5CCA233F-5E77-4C07-A0A9-902FFE21D3A5}" destId="{6F55D9EC-2912-4877-9093-3BA0DBA72240}" srcOrd="0" destOrd="0" parTransId="{F2684450-AA82-4396-8C7B-57865640C50B}" sibTransId="{3CC7128B-7636-4AAB-B126-9605F38F175C}"/>
    <dgm:cxn modelId="{4D7C1471-4A75-4A1F-A5DD-BCBA2E2A2DEB}" srcId="{5CCA233F-5E77-4C07-A0A9-902FFE21D3A5}" destId="{A93DD2EE-3B0D-4068-996B-B254E8A7ED91}" srcOrd="1" destOrd="0" parTransId="{EC5FAD96-03C8-45E1-9A63-474AC4B34773}" sibTransId="{9EF5AF25-C420-43CA-B6C7-CA896FBFDAE9}"/>
    <dgm:cxn modelId="{764BC15A-9416-45E3-ADC8-0FD721D31DA7}" srcId="{6F55D9EC-2912-4877-9093-3BA0DBA72240}" destId="{8FC0A844-6B6D-4ABA-9D5F-3B47CB1138E5}" srcOrd="0" destOrd="0" parTransId="{8B6CFA3D-B215-4929-B34A-ED6C61DB50C7}" sibTransId="{78FCD2AA-BBDF-42C5-8D53-32D10B89EDC8}"/>
    <dgm:cxn modelId="{5B22CB7E-8103-4296-A0B7-9488B93BBB5F}" srcId="{5CCA233F-5E77-4C07-A0A9-902FFE21D3A5}" destId="{6A767F04-5107-45EC-9F8B-7106FAD38152}" srcOrd="2" destOrd="0" parTransId="{B5E80837-6B65-4FA9-9682-667F383105F6}" sibTransId="{BBAA115D-F911-4C46-95CC-B5742016EBF0}"/>
    <dgm:cxn modelId="{E0EA588C-20F0-415A-B32E-60AB8EEFDC38}" srcId="{A93DD2EE-3B0D-4068-996B-B254E8A7ED91}" destId="{BB1921F5-D9B9-4DAD-BFE5-CC20F85E069D}" srcOrd="0" destOrd="0" parTransId="{7B91DA8A-A102-4A93-9C33-04E23999009B}" sibTransId="{645E86A7-7DD9-4747-A00A-C89488A544AF}"/>
    <dgm:cxn modelId="{F98F3B8D-D6D7-4E89-9960-03A54697D420}" type="presOf" srcId="{BB1921F5-D9B9-4DAD-BFE5-CC20F85E069D}" destId="{D1360014-C583-4F12-B155-2F240404753E}" srcOrd="0" destOrd="0" presId="urn:microsoft.com/office/officeart/2005/8/layout/vList2"/>
    <dgm:cxn modelId="{9A524998-11D0-4B1E-8578-E48D14F8F3B6}" type="presOf" srcId="{6B69E8EE-E465-4EAD-9A6A-5E9C914ABC10}" destId="{D1360014-C583-4F12-B155-2F240404753E}" srcOrd="0" destOrd="1" presId="urn:microsoft.com/office/officeart/2005/8/layout/vList2"/>
    <dgm:cxn modelId="{5A7870AC-698F-4F91-9A89-FC1DD48E0545}" type="presOf" srcId="{5CCA233F-5E77-4C07-A0A9-902FFE21D3A5}" destId="{FB156C45-D5F6-4AAE-9EE9-B335E42A2B6C}" srcOrd="0" destOrd="0" presId="urn:microsoft.com/office/officeart/2005/8/layout/vList2"/>
    <dgm:cxn modelId="{C05FACBE-C7E1-4CAE-BC13-405A7AA665B7}" type="presOf" srcId="{8FC0A844-6B6D-4ABA-9D5F-3B47CB1138E5}" destId="{3B067E3F-FA83-4D4E-9E4D-00999879DB25}" srcOrd="0" destOrd="0" presId="urn:microsoft.com/office/officeart/2005/8/layout/vList2"/>
    <dgm:cxn modelId="{F1FB7ECB-291E-41E4-B353-AF7A3F521468}" type="presOf" srcId="{7B5ED20B-8EBA-4896-A25F-CCEC10AFC325}" destId="{9CDB16C5-9710-4837-9014-4FE7060E9D6B}" srcOrd="0" destOrd="0" presId="urn:microsoft.com/office/officeart/2005/8/layout/vList2"/>
    <dgm:cxn modelId="{6AE223CC-1410-49DC-8FAA-4E8713439285}" type="presOf" srcId="{CFDBFB36-E13E-4A20-8610-8B9610B65215}" destId="{3B067E3F-FA83-4D4E-9E4D-00999879DB25}" srcOrd="0" destOrd="1" presId="urn:microsoft.com/office/officeart/2005/8/layout/vList2"/>
    <dgm:cxn modelId="{FAC317E1-C8DA-400E-9E5C-9B4B08C62A63}" type="presOf" srcId="{FF5084CF-6C13-4E75-AC80-C3BD4CB0A7D8}" destId="{9CDB16C5-9710-4837-9014-4FE7060E9D6B}" srcOrd="0" destOrd="1" presId="urn:microsoft.com/office/officeart/2005/8/layout/vList2"/>
    <dgm:cxn modelId="{2DDB38E5-507D-41BF-A48E-84AC005D8BCA}" srcId="{6A767F04-5107-45EC-9F8B-7106FAD38152}" destId="{7B5ED20B-8EBA-4896-A25F-CCEC10AFC325}" srcOrd="0" destOrd="0" parTransId="{48BC1E2D-1558-4596-96C8-026055B653E1}" sibTransId="{920E1884-D4FE-4B9B-B08D-7C6777B39088}"/>
    <dgm:cxn modelId="{637197AE-74B5-4A9D-AAA8-41CBDFD94211}" type="presParOf" srcId="{FB156C45-D5F6-4AAE-9EE9-B335E42A2B6C}" destId="{63C38A8D-6B00-4A51-A3AB-9087CEF8DB8D}" srcOrd="0" destOrd="0" presId="urn:microsoft.com/office/officeart/2005/8/layout/vList2"/>
    <dgm:cxn modelId="{2A452552-273C-43EF-80CB-15199B9FBC94}" type="presParOf" srcId="{FB156C45-D5F6-4AAE-9EE9-B335E42A2B6C}" destId="{3B067E3F-FA83-4D4E-9E4D-00999879DB25}" srcOrd="1" destOrd="0" presId="urn:microsoft.com/office/officeart/2005/8/layout/vList2"/>
    <dgm:cxn modelId="{A5D6905C-7B0E-41D4-8E86-80AF99B47F24}" type="presParOf" srcId="{FB156C45-D5F6-4AAE-9EE9-B335E42A2B6C}" destId="{E3A9898C-6E83-4258-9828-663EB56B2E3B}" srcOrd="2" destOrd="0" presId="urn:microsoft.com/office/officeart/2005/8/layout/vList2"/>
    <dgm:cxn modelId="{F60BD164-520B-4D3F-8E88-3E9D4A519897}" type="presParOf" srcId="{FB156C45-D5F6-4AAE-9EE9-B335E42A2B6C}" destId="{D1360014-C583-4F12-B155-2F240404753E}" srcOrd="3" destOrd="0" presId="urn:microsoft.com/office/officeart/2005/8/layout/vList2"/>
    <dgm:cxn modelId="{A2FEC988-D46D-47A8-B688-600F4676A4FC}" type="presParOf" srcId="{FB156C45-D5F6-4AAE-9EE9-B335E42A2B6C}" destId="{6A40C396-EB6D-40CE-BE4D-0E17D9326CAA}" srcOrd="4" destOrd="0" presId="urn:microsoft.com/office/officeart/2005/8/layout/vList2"/>
    <dgm:cxn modelId="{6CDE81A0-83EB-42F7-868A-B975DD64DFAA}" type="presParOf" srcId="{FB156C45-D5F6-4AAE-9EE9-B335E42A2B6C}" destId="{9CDB16C5-9710-4837-9014-4FE7060E9D6B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B58EE13-D1F3-43E4-B6F4-1463BE87DF5D}" type="doc">
      <dgm:prSet loTypeId="urn:microsoft.com/office/officeart/2005/8/layout/vList2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3BC262F-EE6D-4AFC-9636-7EFB3A879121}">
      <dgm:prSet/>
      <dgm:spPr/>
      <dgm:t>
        <a:bodyPr/>
        <a:lstStyle/>
        <a:p>
          <a:pPr>
            <a:lnSpc>
              <a:spcPct val="100000"/>
            </a:lnSpc>
          </a:pPr>
          <a:r>
            <a:rPr lang="pt-PT" b="1"/>
            <a:t>Módulo de Recursos Humanos </a:t>
          </a:r>
          <a:r>
            <a:rPr lang="pt-PT"/>
            <a:t>– Word/Papel</a:t>
          </a:r>
          <a:endParaRPr lang="en-US"/>
        </a:p>
      </dgm:t>
    </dgm:pt>
    <dgm:pt modelId="{DF969EFB-B9E0-46AB-887D-8A4633D1E860}" type="parTrans" cxnId="{C6D3EDFC-47BC-4112-8942-3A57E98BDC5C}">
      <dgm:prSet/>
      <dgm:spPr/>
      <dgm:t>
        <a:bodyPr/>
        <a:lstStyle/>
        <a:p>
          <a:endParaRPr lang="en-US"/>
        </a:p>
      </dgm:t>
    </dgm:pt>
    <dgm:pt modelId="{80CEF8CC-9890-4EB4-9933-56E10BF6FA9D}" type="sibTrans" cxnId="{C6D3EDFC-47BC-4112-8942-3A57E98BDC5C}">
      <dgm:prSet/>
      <dgm:spPr/>
      <dgm:t>
        <a:bodyPr/>
        <a:lstStyle/>
        <a:p>
          <a:endParaRPr lang="en-US"/>
        </a:p>
      </dgm:t>
    </dgm:pt>
    <dgm:pt modelId="{67EAA7EC-9BDE-4DCC-9599-3E58B7FDCAFF}">
      <dgm:prSet/>
      <dgm:spPr/>
      <dgm:t>
        <a:bodyPr/>
        <a:lstStyle/>
        <a:p>
          <a:pPr>
            <a:lnSpc>
              <a:spcPct val="100000"/>
            </a:lnSpc>
          </a:pPr>
          <a:r>
            <a:rPr lang="pt-PT" b="1"/>
            <a:t>TPS: </a:t>
          </a:r>
          <a:r>
            <a:rPr lang="pt-PT"/>
            <a:t>monitorização de assiduidade e produtividade.</a:t>
          </a:r>
          <a:endParaRPr lang="en-US"/>
        </a:p>
      </dgm:t>
    </dgm:pt>
    <dgm:pt modelId="{E53A5280-9E76-40FA-9BB5-B473D8DE7614}" type="parTrans" cxnId="{29ED3F4D-CD8A-455B-803B-A2B80893426A}">
      <dgm:prSet/>
      <dgm:spPr/>
      <dgm:t>
        <a:bodyPr/>
        <a:lstStyle/>
        <a:p>
          <a:endParaRPr lang="en-US"/>
        </a:p>
      </dgm:t>
    </dgm:pt>
    <dgm:pt modelId="{B3A473F2-0F7B-4CA1-957A-B07866393DAF}" type="sibTrans" cxnId="{29ED3F4D-CD8A-455B-803B-A2B80893426A}">
      <dgm:prSet/>
      <dgm:spPr/>
      <dgm:t>
        <a:bodyPr/>
        <a:lstStyle/>
        <a:p>
          <a:endParaRPr lang="en-US"/>
        </a:p>
      </dgm:t>
    </dgm:pt>
    <dgm:pt modelId="{E9D78A04-E375-4237-ACF8-23CDF42C3916}">
      <dgm:prSet/>
      <dgm:spPr/>
      <dgm:t>
        <a:bodyPr/>
        <a:lstStyle/>
        <a:p>
          <a:pPr>
            <a:lnSpc>
              <a:spcPct val="100000"/>
            </a:lnSpc>
          </a:pPr>
          <a:r>
            <a:rPr lang="pt-PT" b="1"/>
            <a:t>Impacto</a:t>
          </a:r>
          <a:r>
            <a:rPr lang="pt-PT"/>
            <a:t>: Crescimento empresarial e maximização de lucro.</a:t>
          </a:r>
          <a:endParaRPr lang="en-US"/>
        </a:p>
      </dgm:t>
    </dgm:pt>
    <dgm:pt modelId="{1560D585-CF7B-4EFE-BBB5-D462700D95B1}" type="parTrans" cxnId="{6E8AEB1E-5142-4C07-AC8D-E43F0F79427E}">
      <dgm:prSet/>
      <dgm:spPr/>
      <dgm:t>
        <a:bodyPr/>
        <a:lstStyle/>
        <a:p>
          <a:endParaRPr lang="en-US"/>
        </a:p>
      </dgm:t>
    </dgm:pt>
    <dgm:pt modelId="{1A3BF51C-B7FA-4B80-AC30-E9B280E15AB2}" type="sibTrans" cxnId="{6E8AEB1E-5142-4C07-AC8D-E43F0F79427E}">
      <dgm:prSet/>
      <dgm:spPr/>
      <dgm:t>
        <a:bodyPr/>
        <a:lstStyle/>
        <a:p>
          <a:endParaRPr lang="en-US"/>
        </a:p>
      </dgm:t>
    </dgm:pt>
    <dgm:pt modelId="{904CA4F1-FF60-4C52-9465-FEA71CB97220}">
      <dgm:prSet/>
      <dgm:spPr/>
      <dgm:t>
        <a:bodyPr/>
        <a:lstStyle/>
        <a:p>
          <a:pPr>
            <a:lnSpc>
              <a:spcPct val="100000"/>
            </a:lnSpc>
          </a:pPr>
          <a:r>
            <a:rPr lang="pt-PT" b="1" dirty="0"/>
            <a:t>Módulo de Serviços </a:t>
          </a:r>
          <a:r>
            <a:rPr lang="pt-PT" dirty="0"/>
            <a:t>–Word/Papel</a:t>
          </a:r>
          <a:endParaRPr lang="en-US" dirty="0"/>
        </a:p>
      </dgm:t>
    </dgm:pt>
    <dgm:pt modelId="{054184F3-EF36-4C69-94D2-33970A59EF8C}" type="parTrans" cxnId="{6389CAE0-119C-46A5-929C-43FACB937C8F}">
      <dgm:prSet/>
      <dgm:spPr/>
      <dgm:t>
        <a:bodyPr/>
        <a:lstStyle/>
        <a:p>
          <a:endParaRPr lang="en-US"/>
        </a:p>
      </dgm:t>
    </dgm:pt>
    <dgm:pt modelId="{A2004C7B-8531-45E2-ACCA-C9A0E1CC180C}" type="sibTrans" cxnId="{6389CAE0-119C-46A5-929C-43FACB937C8F}">
      <dgm:prSet/>
      <dgm:spPr/>
      <dgm:t>
        <a:bodyPr/>
        <a:lstStyle/>
        <a:p>
          <a:endParaRPr lang="en-US"/>
        </a:p>
      </dgm:t>
    </dgm:pt>
    <dgm:pt modelId="{C97F193C-BB50-47D2-9101-C26F0BB9D8B6}">
      <dgm:prSet/>
      <dgm:spPr/>
      <dgm:t>
        <a:bodyPr/>
        <a:lstStyle/>
        <a:p>
          <a:pPr>
            <a:lnSpc>
              <a:spcPct val="100000"/>
            </a:lnSpc>
          </a:pPr>
          <a:r>
            <a:rPr lang="pt-PT" b="1" dirty="0"/>
            <a:t>TPS: </a:t>
          </a:r>
          <a:r>
            <a:rPr lang="pt-PT" dirty="0"/>
            <a:t>gestão eficiente de recursos e serviços.</a:t>
          </a:r>
          <a:endParaRPr lang="en-US" dirty="0"/>
        </a:p>
      </dgm:t>
    </dgm:pt>
    <dgm:pt modelId="{C8C898BD-1E97-4921-9660-0BB71F1A23FC}" type="parTrans" cxnId="{ED0DC00D-51B8-4F18-A7B8-70AA38F6D833}">
      <dgm:prSet/>
      <dgm:spPr/>
      <dgm:t>
        <a:bodyPr/>
        <a:lstStyle/>
        <a:p>
          <a:endParaRPr lang="en-US"/>
        </a:p>
      </dgm:t>
    </dgm:pt>
    <dgm:pt modelId="{BF364AAB-3E67-4287-84AF-9182D884EB04}" type="sibTrans" cxnId="{ED0DC00D-51B8-4F18-A7B8-70AA38F6D833}">
      <dgm:prSet/>
      <dgm:spPr/>
      <dgm:t>
        <a:bodyPr/>
        <a:lstStyle/>
        <a:p>
          <a:endParaRPr lang="en-US"/>
        </a:p>
      </dgm:t>
    </dgm:pt>
    <dgm:pt modelId="{3C7B3C3A-928D-48A2-B5E0-9FB89BAB9CFE}">
      <dgm:prSet/>
      <dgm:spPr/>
      <dgm:t>
        <a:bodyPr/>
        <a:lstStyle/>
        <a:p>
          <a:pPr>
            <a:lnSpc>
              <a:spcPct val="100000"/>
            </a:lnSpc>
          </a:pPr>
          <a:r>
            <a:rPr lang="pt-PT" b="1"/>
            <a:t>Impacto</a:t>
          </a:r>
          <a:r>
            <a:rPr lang="pt-PT"/>
            <a:t>: Qualidade de serviço e eficiência operacional para mais lucro.</a:t>
          </a:r>
          <a:endParaRPr lang="en-US"/>
        </a:p>
      </dgm:t>
    </dgm:pt>
    <dgm:pt modelId="{99531593-760F-47AD-A1AA-B596F7D60BA4}" type="parTrans" cxnId="{F57C39B5-B4B2-424C-97C9-29CF8B28A4E6}">
      <dgm:prSet/>
      <dgm:spPr/>
      <dgm:t>
        <a:bodyPr/>
        <a:lstStyle/>
        <a:p>
          <a:endParaRPr lang="en-US"/>
        </a:p>
      </dgm:t>
    </dgm:pt>
    <dgm:pt modelId="{6484B043-98F9-460C-9595-A009D2C5B403}" type="sibTrans" cxnId="{F57C39B5-B4B2-424C-97C9-29CF8B28A4E6}">
      <dgm:prSet/>
      <dgm:spPr/>
      <dgm:t>
        <a:bodyPr/>
        <a:lstStyle/>
        <a:p>
          <a:endParaRPr lang="en-US"/>
        </a:p>
      </dgm:t>
    </dgm:pt>
    <dgm:pt modelId="{BB9EC9F4-DB26-47CB-A1EB-A1C71C6EDCEB}" type="pres">
      <dgm:prSet presAssocID="{CB58EE13-D1F3-43E4-B6F4-1463BE87DF5D}" presName="linear" presStyleCnt="0">
        <dgm:presLayoutVars>
          <dgm:animLvl val="lvl"/>
          <dgm:resizeHandles val="exact"/>
        </dgm:presLayoutVars>
      </dgm:prSet>
      <dgm:spPr/>
    </dgm:pt>
    <dgm:pt modelId="{334A5C7B-BFE7-411D-AF6B-F6A4E117E25A}" type="pres">
      <dgm:prSet presAssocID="{33BC262F-EE6D-4AFC-9636-7EFB3A87912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4C820C6-332E-4992-ADB6-48DDD30E3605}" type="pres">
      <dgm:prSet presAssocID="{33BC262F-EE6D-4AFC-9636-7EFB3A879121}" presName="childText" presStyleLbl="revTx" presStyleIdx="0" presStyleCnt="2">
        <dgm:presLayoutVars>
          <dgm:bulletEnabled val="1"/>
        </dgm:presLayoutVars>
      </dgm:prSet>
      <dgm:spPr/>
    </dgm:pt>
    <dgm:pt modelId="{7736EB4C-1DD0-447B-9BE7-BFD60395D7A8}" type="pres">
      <dgm:prSet presAssocID="{904CA4F1-FF60-4C52-9465-FEA71CB97220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C4324D9-0360-492E-9B96-B7FC1735125A}" type="pres">
      <dgm:prSet presAssocID="{904CA4F1-FF60-4C52-9465-FEA71CB97220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09765004-1CAC-426A-AB2F-13A4B4B39882}" type="presOf" srcId="{CB58EE13-D1F3-43E4-B6F4-1463BE87DF5D}" destId="{BB9EC9F4-DB26-47CB-A1EB-A1C71C6EDCEB}" srcOrd="0" destOrd="0" presId="urn:microsoft.com/office/officeart/2005/8/layout/vList2"/>
    <dgm:cxn modelId="{ED0DC00D-51B8-4F18-A7B8-70AA38F6D833}" srcId="{904CA4F1-FF60-4C52-9465-FEA71CB97220}" destId="{C97F193C-BB50-47D2-9101-C26F0BB9D8B6}" srcOrd="0" destOrd="0" parTransId="{C8C898BD-1E97-4921-9660-0BB71F1A23FC}" sibTransId="{BF364AAB-3E67-4287-84AF-9182D884EB04}"/>
    <dgm:cxn modelId="{31D2F61C-BF12-41E2-AC66-EAA029B13DDC}" type="presOf" srcId="{C97F193C-BB50-47D2-9101-C26F0BB9D8B6}" destId="{BC4324D9-0360-492E-9B96-B7FC1735125A}" srcOrd="0" destOrd="0" presId="urn:microsoft.com/office/officeart/2005/8/layout/vList2"/>
    <dgm:cxn modelId="{6E8AEB1E-5142-4C07-AC8D-E43F0F79427E}" srcId="{33BC262F-EE6D-4AFC-9636-7EFB3A879121}" destId="{E9D78A04-E375-4237-ACF8-23CDF42C3916}" srcOrd="1" destOrd="0" parTransId="{1560D585-CF7B-4EFE-BBB5-D462700D95B1}" sibTransId="{1A3BF51C-B7FA-4B80-AC30-E9B280E15AB2}"/>
    <dgm:cxn modelId="{29ED3F4D-CD8A-455B-803B-A2B80893426A}" srcId="{33BC262F-EE6D-4AFC-9636-7EFB3A879121}" destId="{67EAA7EC-9BDE-4DCC-9599-3E58B7FDCAFF}" srcOrd="0" destOrd="0" parTransId="{E53A5280-9E76-40FA-9BB5-B473D8DE7614}" sibTransId="{B3A473F2-0F7B-4CA1-957A-B07866393DAF}"/>
    <dgm:cxn modelId="{E3823274-4580-487F-8ACA-29EE29835D1C}" type="presOf" srcId="{67EAA7EC-9BDE-4DCC-9599-3E58B7FDCAFF}" destId="{44C820C6-332E-4992-ADB6-48DDD30E3605}" srcOrd="0" destOrd="0" presId="urn:microsoft.com/office/officeart/2005/8/layout/vList2"/>
    <dgm:cxn modelId="{DF49F8A0-04B7-4FEE-B68D-F60B03C2BBAA}" type="presOf" srcId="{E9D78A04-E375-4237-ACF8-23CDF42C3916}" destId="{44C820C6-332E-4992-ADB6-48DDD30E3605}" srcOrd="0" destOrd="1" presId="urn:microsoft.com/office/officeart/2005/8/layout/vList2"/>
    <dgm:cxn modelId="{F57C39B5-B4B2-424C-97C9-29CF8B28A4E6}" srcId="{904CA4F1-FF60-4C52-9465-FEA71CB97220}" destId="{3C7B3C3A-928D-48A2-B5E0-9FB89BAB9CFE}" srcOrd="1" destOrd="0" parTransId="{99531593-760F-47AD-A1AA-B596F7D60BA4}" sibTransId="{6484B043-98F9-460C-9595-A009D2C5B403}"/>
    <dgm:cxn modelId="{06276EBB-EEAD-45E2-90C3-6FB3896AED10}" type="presOf" srcId="{904CA4F1-FF60-4C52-9465-FEA71CB97220}" destId="{7736EB4C-1DD0-447B-9BE7-BFD60395D7A8}" srcOrd="0" destOrd="0" presId="urn:microsoft.com/office/officeart/2005/8/layout/vList2"/>
    <dgm:cxn modelId="{326012E0-F395-4D54-9AA2-5C52C03F5131}" type="presOf" srcId="{33BC262F-EE6D-4AFC-9636-7EFB3A879121}" destId="{334A5C7B-BFE7-411D-AF6B-F6A4E117E25A}" srcOrd="0" destOrd="0" presId="urn:microsoft.com/office/officeart/2005/8/layout/vList2"/>
    <dgm:cxn modelId="{6389CAE0-119C-46A5-929C-43FACB937C8F}" srcId="{CB58EE13-D1F3-43E4-B6F4-1463BE87DF5D}" destId="{904CA4F1-FF60-4C52-9465-FEA71CB97220}" srcOrd="1" destOrd="0" parTransId="{054184F3-EF36-4C69-94D2-33970A59EF8C}" sibTransId="{A2004C7B-8531-45E2-ACCA-C9A0E1CC180C}"/>
    <dgm:cxn modelId="{2D1EF2F6-0B39-49B5-959C-7C52229FB670}" type="presOf" srcId="{3C7B3C3A-928D-48A2-B5E0-9FB89BAB9CFE}" destId="{BC4324D9-0360-492E-9B96-B7FC1735125A}" srcOrd="0" destOrd="1" presId="urn:microsoft.com/office/officeart/2005/8/layout/vList2"/>
    <dgm:cxn modelId="{C6D3EDFC-47BC-4112-8942-3A57E98BDC5C}" srcId="{CB58EE13-D1F3-43E4-B6F4-1463BE87DF5D}" destId="{33BC262F-EE6D-4AFC-9636-7EFB3A879121}" srcOrd="0" destOrd="0" parTransId="{DF969EFB-B9E0-46AB-887D-8A4633D1E860}" sibTransId="{80CEF8CC-9890-4EB4-9933-56E10BF6FA9D}"/>
    <dgm:cxn modelId="{36376EBF-52B6-4D5C-A45D-B14E2E886A14}" type="presParOf" srcId="{BB9EC9F4-DB26-47CB-A1EB-A1C71C6EDCEB}" destId="{334A5C7B-BFE7-411D-AF6B-F6A4E117E25A}" srcOrd="0" destOrd="0" presId="urn:microsoft.com/office/officeart/2005/8/layout/vList2"/>
    <dgm:cxn modelId="{C294A8A6-E4CE-4D97-A9B1-0118B62C3A9C}" type="presParOf" srcId="{BB9EC9F4-DB26-47CB-A1EB-A1C71C6EDCEB}" destId="{44C820C6-332E-4992-ADB6-48DDD30E3605}" srcOrd="1" destOrd="0" presId="urn:microsoft.com/office/officeart/2005/8/layout/vList2"/>
    <dgm:cxn modelId="{5468ED02-5F9D-4C8A-B357-502C6922F635}" type="presParOf" srcId="{BB9EC9F4-DB26-47CB-A1EB-A1C71C6EDCEB}" destId="{7736EB4C-1DD0-447B-9BE7-BFD60395D7A8}" srcOrd="2" destOrd="0" presId="urn:microsoft.com/office/officeart/2005/8/layout/vList2"/>
    <dgm:cxn modelId="{C9D89E65-7E25-4435-9FD9-985B559EA140}" type="presParOf" srcId="{BB9EC9F4-DB26-47CB-A1EB-A1C71C6EDCEB}" destId="{BC4324D9-0360-492E-9B96-B7FC1735125A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F2B622A-B2F1-40F8-A4B0-A9B9AEB5B4E3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848D8D8-6F9F-421D-9DB7-8D084054349B}">
      <dgm:prSet/>
      <dgm:spPr/>
      <dgm:t>
        <a:bodyPr/>
        <a:lstStyle/>
        <a:p>
          <a:pPr>
            <a:lnSpc>
              <a:spcPct val="100000"/>
            </a:lnSpc>
          </a:pPr>
          <a:r>
            <a:rPr lang="pt-PT" b="1"/>
            <a:t>Módulo Contabilidade </a:t>
          </a:r>
          <a:r>
            <a:rPr lang="pt-PT"/>
            <a:t>- Programa Moloni</a:t>
          </a:r>
          <a:endParaRPr lang="en-US"/>
        </a:p>
      </dgm:t>
    </dgm:pt>
    <dgm:pt modelId="{89AC61E7-B7BD-46CC-A8A3-56EA49568732}" type="parTrans" cxnId="{B34A9866-6D11-4D66-84EC-DCA89CC85B6C}">
      <dgm:prSet/>
      <dgm:spPr/>
      <dgm:t>
        <a:bodyPr/>
        <a:lstStyle/>
        <a:p>
          <a:endParaRPr lang="en-US"/>
        </a:p>
      </dgm:t>
    </dgm:pt>
    <dgm:pt modelId="{CD5E1306-A77B-4EDF-8BD3-CA9344F0116C}" type="sibTrans" cxnId="{B34A9866-6D11-4D66-84EC-DCA89CC85B6C}">
      <dgm:prSet/>
      <dgm:spPr/>
      <dgm:t>
        <a:bodyPr/>
        <a:lstStyle/>
        <a:p>
          <a:endParaRPr lang="en-US"/>
        </a:p>
      </dgm:t>
    </dgm:pt>
    <dgm:pt modelId="{83E5D053-A520-4050-8C69-CE48CAD9D6EC}">
      <dgm:prSet/>
      <dgm:spPr/>
      <dgm:t>
        <a:bodyPr/>
        <a:lstStyle/>
        <a:p>
          <a:pPr>
            <a:lnSpc>
              <a:spcPct val="100000"/>
            </a:lnSpc>
          </a:pPr>
          <a:r>
            <a:rPr lang="pt-PT" b="1"/>
            <a:t>MIS &amp; TPS</a:t>
          </a:r>
          <a:r>
            <a:rPr lang="pt-PT"/>
            <a:t>: Relatórios de lucros e conformidade fiscal (SAFT)</a:t>
          </a:r>
          <a:endParaRPr lang="en-US"/>
        </a:p>
      </dgm:t>
    </dgm:pt>
    <dgm:pt modelId="{60A6984A-B8E8-4876-A61B-040B452FCF07}" type="parTrans" cxnId="{CD3E14BE-C1E4-4A96-982C-BF90A2E027BF}">
      <dgm:prSet/>
      <dgm:spPr/>
      <dgm:t>
        <a:bodyPr/>
        <a:lstStyle/>
        <a:p>
          <a:endParaRPr lang="en-US"/>
        </a:p>
      </dgm:t>
    </dgm:pt>
    <dgm:pt modelId="{6DB228D8-BDD5-4612-BB6D-BD1E5B62461C}" type="sibTrans" cxnId="{CD3E14BE-C1E4-4A96-982C-BF90A2E027BF}">
      <dgm:prSet/>
      <dgm:spPr/>
      <dgm:t>
        <a:bodyPr/>
        <a:lstStyle/>
        <a:p>
          <a:endParaRPr lang="en-US"/>
        </a:p>
      </dgm:t>
    </dgm:pt>
    <dgm:pt modelId="{579C1D08-7D8D-4D60-B191-EB5EFECDEAFA}">
      <dgm:prSet/>
      <dgm:spPr/>
      <dgm:t>
        <a:bodyPr/>
        <a:lstStyle/>
        <a:p>
          <a:pPr>
            <a:lnSpc>
              <a:spcPct val="100000"/>
            </a:lnSpc>
          </a:pPr>
          <a:r>
            <a:rPr lang="pt-PT"/>
            <a:t>I</a:t>
          </a:r>
          <a:r>
            <a:rPr lang="pt-PT" b="1"/>
            <a:t>mpacto</a:t>
          </a:r>
          <a:r>
            <a:rPr lang="pt-PT"/>
            <a:t>: Visão clara da saúde financeira</a:t>
          </a:r>
          <a:endParaRPr lang="en-US"/>
        </a:p>
      </dgm:t>
    </dgm:pt>
    <dgm:pt modelId="{B0DA2AB0-A3D4-422B-AAD3-AE54B61545B7}" type="parTrans" cxnId="{EA4EE60C-4170-4618-B2A7-72BA868EB2D3}">
      <dgm:prSet/>
      <dgm:spPr/>
      <dgm:t>
        <a:bodyPr/>
        <a:lstStyle/>
        <a:p>
          <a:endParaRPr lang="en-US"/>
        </a:p>
      </dgm:t>
    </dgm:pt>
    <dgm:pt modelId="{8E9B45CF-9392-4A75-BD0F-A08DD2DF495B}" type="sibTrans" cxnId="{EA4EE60C-4170-4618-B2A7-72BA868EB2D3}">
      <dgm:prSet/>
      <dgm:spPr/>
      <dgm:t>
        <a:bodyPr/>
        <a:lstStyle/>
        <a:p>
          <a:endParaRPr lang="en-US"/>
        </a:p>
      </dgm:t>
    </dgm:pt>
    <dgm:pt modelId="{4FE6652E-15CC-4C63-9AD6-DCDAD3B52B0C}">
      <dgm:prSet/>
      <dgm:spPr/>
      <dgm:t>
        <a:bodyPr/>
        <a:lstStyle/>
        <a:p>
          <a:pPr>
            <a:lnSpc>
              <a:spcPct val="100000"/>
            </a:lnSpc>
          </a:pPr>
          <a:r>
            <a:rPr lang="pt-PT" b="1"/>
            <a:t>Módulo Faturação </a:t>
          </a:r>
          <a:r>
            <a:rPr lang="pt-PT"/>
            <a:t>- Programa Moloni</a:t>
          </a:r>
          <a:endParaRPr lang="en-US"/>
        </a:p>
      </dgm:t>
    </dgm:pt>
    <dgm:pt modelId="{7485F5D1-D61C-4956-BCD2-DD94FE28AA1D}" type="parTrans" cxnId="{BC1C3F3E-32C4-46B1-81FF-57E3AFA037B9}">
      <dgm:prSet/>
      <dgm:spPr/>
      <dgm:t>
        <a:bodyPr/>
        <a:lstStyle/>
        <a:p>
          <a:endParaRPr lang="en-US"/>
        </a:p>
      </dgm:t>
    </dgm:pt>
    <dgm:pt modelId="{94A2E934-B2C5-4A5B-B0EA-7A01735E8A1C}" type="sibTrans" cxnId="{BC1C3F3E-32C4-46B1-81FF-57E3AFA037B9}">
      <dgm:prSet/>
      <dgm:spPr/>
      <dgm:t>
        <a:bodyPr/>
        <a:lstStyle/>
        <a:p>
          <a:endParaRPr lang="en-US"/>
        </a:p>
      </dgm:t>
    </dgm:pt>
    <dgm:pt modelId="{CCF794C1-AE10-4A73-BA36-D322C4EF89FF}">
      <dgm:prSet/>
      <dgm:spPr/>
      <dgm:t>
        <a:bodyPr/>
        <a:lstStyle/>
        <a:p>
          <a:pPr>
            <a:lnSpc>
              <a:spcPct val="100000"/>
            </a:lnSpc>
          </a:pPr>
          <a:r>
            <a:rPr lang="pt-PT" b="1"/>
            <a:t>TPS</a:t>
          </a:r>
          <a:r>
            <a:rPr lang="pt-PT"/>
            <a:t>: Precisão nas transações e faturação</a:t>
          </a:r>
          <a:endParaRPr lang="en-US"/>
        </a:p>
      </dgm:t>
    </dgm:pt>
    <dgm:pt modelId="{0D6AB06B-AC69-4F4C-8CAD-D18AC7F41922}" type="parTrans" cxnId="{DB04ECE6-31EA-46CF-87FF-F784BA1F3566}">
      <dgm:prSet/>
      <dgm:spPr/>
      <dgm:t>
        <a:bodyPr/>
        <a:lstStyle/>
        <a:p>
          <a:endParaRPr lang="en-US"/>
        </a:p>
      </dgm:t>
    </dgm:pt>
    <dgm:pt modelId="{7AF61875-1FB6-4FFD-9CDA-F4C2C0AA9802}" type="sibTrans" cxnId="{DB04ECE6-31EA-46CF-87FF-F784BA1F3566}">
      <dgm:prSet/>
      <dgm:spPr/>
      <dgm:t>
        <a:bodyPr/>
        <a:lstStyle/>
        <a:p>
          <a:endParaRPr lang="en-US"/>
        </a:p>
      </dgm:t>
    </dgm:pt>
    <dgm:pt modelId="{975F482C-083D-41B2-8921-60A863E4F6E8}">
      <dgm:prSet/>
      <dgm:spPr/>
      <dgm:t>
        <a:bodyPr/>
        <a:lstStyle/>
        <a:p>
          <a:pPr>
            <a:lnSpc>
              <a:spcPct val="100000"/>
            </a:lnSpc>
          </a:pPr>
          <a:r>
            <a:rPr lang="pt-PT" b="1"/>
            <a:t>Impacto</a:t>
          </a:r>
          <a:r>
            <a:rPr lang="pt-PT"/>
            <a:t>: Acurácia das receitas e aumento do lucro</a:t>
          </a:r>
          <a:endParaRPr lang="en-US"/>
        </a:p>
      </dgm:t>
    </dgm:pt>
    <dgm:pt modelId="{8DFAA79E-92BB-4BCA-BC3E-D07FEDD4FFBD}" type="parTrans" cxnId="{D3FD4C1B-9A38-4FE9-8A2B-C3CC10652A8A}">
      <dgm:prSet/>
      <dgm:spPr/>
      <dgm:t>
        <a:bodyPr/>
        <a:lstStyle/>
        <a:p>
          <a:endParaRPr lang="en-US"/>
        </a:p>
      </dgm:t>
    </dgm:pt>
    <dgm:pt modelId="{8340E60E-28BF-43DB-A6CA-3F089FBFC854}" type="sibTrans" cxnId="{D3FD4C1B-9A38-4FE9-8A2B-C3CC10652A8A}">
      <dgm:prSet/>
      <dgm:spPr/>
      <dgm:t>
        <a:bodyPr/>
        <a:lstStyle/>
        <a:p>
          <a:endParaRPr lang="en-US"/>
        </a:p>
      </dgm:t>
    </dgm:pt>
    <dgm:pt modelId="{9AEA81FB-F6CA-48F1-8F26-59B894A4C038}">
      <dgm:prSet/>
      <dgm:spPr/>
      <dgm:t>
        <a:bodyPr/>
        <a:lstStyle/>
        <a:p>
          <a:pPr>
            <a:lnSpc>
              <a:spcPct val="100000"/>
            </a:lnSpc>
          </a:pPr>
          <a:r>
            <a:rPr lang="pt-PT" b="1"/>
            <a:t>Módulo de Gestão de Subcontratações de Empresas </a:t>
          </a:r>
          <a:r>
            <a:rPr lang="pt-PT"/>
            <a:t>– Portais online externos e email:</a:t>
          </a:r>
          <a:endParaRPr lang="en-US"/>
        </a:p>
      </dgm:t>
    </dgm:pt>
    <dgm:pt modelId="{093A4FCB-D38E-45A2-9EF5-BA8763D54429}" type="parTrans" cxnId="{EB972CDC-EE2F-481F-BF1F-BB0F9F32DDD3}">
      <dgm:prSet/>
      <dgm:spPr/>
      <dgm:t>
        <a:bodyPr/>
        <a:lstStyle/>
        <a:p>
          <a:endParaRPr lang="en-US"/>
        </a:p>
      </dgm:t>
    </dgm:pt>
    <dgm:pt modelId="{94505588-8F71-4877-BA69-49CFE9F4687F}" type="sibTrans" cxnId="{EB972CDC-EE2F-481F-BF1F-BB0F9F32DDD3}">
      <dgm:prSet/>
      <dgm:spPr/>
      <dgm:t>
        <a:bodyPr/>
        <a:lstStyle/>
        <a:p>
          <a:endParaRPr lang="en-US"/>
        </a:p>
      </dgm:t>
    </dgm:pt>
    <dgm:pt modelId="{2A331A92-06AA-48E8-AFA7-CFA8ECB2077B}">
      <dgm:prSet/>
      <dgm:spPr/>
      <dgm:t>
        <a:bodyPr/>
        <a:lstStyle/>
        <a:p>
          <a:pPr>
            <a:lnSpc>
              <a:spcPct val="100000"/>
            </a:lnSpc>
          </a:pPr>
          <a:r>
            <a:rPr lang="pt-PT" b="1"/>
            <a:t>TPS</a:t>
          </a:r>
          <a:r>
            <a:rPr lang="pt-PT"/>
            <a:t>: Otimização de custos e eficiência de pagamentos</a:t>
          </a:r>
          <a:endParaRPr lang="en-US"/>
        </a:p>
      </dgm:t>
    </dgm:pt>
    <dgm:pt modelId="{07447B36-1BCC-48E9-B7C2-C2E16B0154CD}" type="parTrans" cxnId="{3681AEE1-4135-4B6F-8A62-14347AA931B9}">
      <dgm:prSet/>
      <dgm:spPr/>
      <dgm:t>
        <a:bodyPr/>
        <a:lstStyle/>
        <a:p>
          <a:endParaRPr lang="en-US"/>
        </a:p>
      </dgm:t>
    </dgm:pt>
    <dgm:pt modelId="{FD4C0212-FA21-401D-B6FD-6D49F252EE3A}" type="sibTrans" cxnId="{3681AEE1-4135-4B6F-8A62-14347AA931B9}">
      <dgm:prSet/>
      <dgm:spPr/>
      <dgm:t>
        <a:bodyPr/>
        <a:lstStyle/>
        <a:p>
          <a:endParaRPr lang="en-US"/>
        </a:p>
      </dgm:t>
    </dgm:pt>
    <dgm:pt modelId="{ABB31B86-5B92-4916-A8CF-6C3D9EF92014}">
      <dgm:prSet/>
      <dgm:spPr/>
      <dgm:t>
        <a:bodyPr/>
        <a:lstStyle/>
        <a:p>
          <a:pPr>
            <a:lnSpc>
              <a:spcPct val="100000"/>
            </a:lnSpc>
          </a:pPr>
          <a:r>
            <a:rPr lang="pt-PT" b="1"/>
            <a:t>Impacto</a:t>
          </a:r>
          <a:r>
            <a:rPr lang="pt-PT"/>
            <a:t>: Redução de despesas e aumento de lucro</a:t>
          </a:r>
          <a:endParaRPr lang="en-US"/>
        </a:p>
      </dgm:t>
    </dgm:pt>
    <dgm:pt modelId="{5E866C5B-6169-44B6-BBE5-02E683148A83}" type="parTrans" cxnId="{BD450910-3964-4FC5-BEC4-317F13D32BFB}">
      <dgm:prSet/>
      <dgm:spPr/>
      <dgm:t>
        <a:bodyPr/>
        <a:lstStyle/>
        <a:p>
          <a:endParaRPr lang="en-US"/>
        </a:p>
      </dgm:t>
    </dgm:pt>
    <dgm:pt modelId="{89B9C328-C90C-4CC3-A5E7-F69B82175825}" type="sibTrans" cxnId="{BD450910-3964-4FC5-BEC4-317F13D32BFB}">
      <dgm:prSet/>
      <dgm:spPr/>
      <dgm:t>
        <a:bodyPr/>
        <a:lstStyle/>
        <a:p>
          <a:endParaRPr lang="en-US"/>
        </a:p>
      </dgm:t>
    </dgm:pt>
    <dgm:pt modelId="{8E435723-7AF7-4EBC-A976-D8D6B95AA367}" type="pres">
      <dgm:prSet presAssocID="{0F2B622A-B2F1-40F8-A4B0-A9B9AEB5B4E3}" presName="linear" presStyleCnt="0">
        <dgm:presLayoutVars>
          <dgm:animLvl val="lvl"/>
          <dgm:resizeHandles val="exact"/>
        </dgm:presLayoutVars>
      </dgm:prSet>
      <dgm:spPr/>
    </dgm:pt>
    <dgm:pt modelId="{0C928C1B-C5D2-44E2-B4A7-89E7C6EE155E}" type="pres">
      <dgm:prSet presAssocID="{F848D8D8-6F9F-421D-9DB7-8D084054349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F07072A-8C14-46D4-9C8B-2715641581B4}" type="pres">
      <dgm:prSet presAssocID="{F848D8D8-6F9F-421D-9DB7-8D084054349B}" presName="childText" presStyleLbl="revTx" presStyleIdx="0" presStyleCnt="3">
        <dgm:presLayoutVars>
          <dgm:bulletEnabled val="1"/>
        </dgm:presLayoutVars>
      </dgm:prSet>
      <dgm:spPr/>
    </dgm:pt>
    <dgm:pt modelId="{09A8F69C-4256-4D45-9D3A-49559955B3ED}" type="pres">
      <dgm:prSet presAssocID="{4FE6652E-15CC-4C63-9AD6-DCDAD3B52B0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60D1302-4C4A-460C-A794-24C617F9A788}" type="pres">
      <dgm:prSet presAssocID="{4FE6652E-15CC-4C63-9AD6-DCDAD3B52B0C}" presName="childText" presStyleLbl="revTx" presStyleIdx="1" presStyleCnt="3">
        <dgm:presLayoutVars>
          <dgm:bulletEnabled val="1"/>
        </dgm:presLayoutVars>
      </dgm:prSet>
      <dgm:spPr/>
    </dgm:pt>
    <dgm:pt modelId="{03EB3BB5-EFB3-4E3C-B48A-23D8AD0FB458}" type="pres">
      <dgm:prSet presAssocID="{9AEA81FB-F6CA-48F1-8F26-59B894A4C03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8C58E06-F872-4E09-A573-9BD972D726ED}" type="pres">
      <dgm:prSet presAssocID="{9AEA81FB-F6CA-48F1-8F26-59B894A4C038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5FA9300C-7C0B-4FBD-B69B-E12C641811B5}" type="presOf" srcId="{CCF794C1-AE10-4A73-BA36-D322C4EF89FF}" destId="{960D1302-4C4A-460C-A794-24C617F9A788}" srcOrd="0" destOrd="0" presId="urn:microsoft.com/office/officeart/2005/8/layout/vList2"/>
    <dgm:cxn modelId="{01A2690C-9AF2-4CDB-AD57-B96D96EB3569}" type="presOf" srcId="{F848D8D8-6F9F-421D-9DB7-8D084054349B}" destId="{0C928C1B-C5D2-44E2-B4A7-89E7C6EE155E}" srcOrd="0" destOrd="0" presId="urn:microsoft.com/office/officeart/2005/8/layout/vList2"/>
    <dgm:cxn modelId="{EA4EE60C-4170-4618-B2A7-72BA868EB2D3}" srcId="{F848D8D8-6F9F-421D-9DB7-8D084054349B}" destId="{579C1D08-7D8D-4D60-B191-EB5EFECDEAFA}" srcOrd="1" destOrd="0" parTransId="{B0DA2AB0-A3D4-422B-AAD3-AE54B61545B7}" sibTransId="{8E9B45CF-9392-4A75-BD0F-A08DD2DF495B}"/>
    <dgm:cxn modelId="{BD450910-3964-4FC5-BEC4-317F13D32BFB}" srcId="{9AEA81FB-F6CA-48F1-8F26-59B894A4C038}" destId="{ABB31B86-5B92-4916-A8CF-6C3D9EF92014}" srcOrd="1" destOrd="0" parTransId="{5E866C5B-6169-44B6-BBE5-02E683148A83}" sibTransId="{89B9C328-C90C-4CC3-A5E7-F69B82175825}"/>
    <dgm:cxn modelId="{A6B17E15-C5D0-4E95-B78D-145DB0164AEE}" type="presOf" srcId="{2A331A92-06AA-48E8-AFA7-CFA8ECB2077B}" destId="{A8C58E06-F872-4E09-A573-9BD972D726ED}" srcOrd="0" destOrd="0" presId="urn:microsoft.com/office/officeart/2005/8/layout/vList2"/>
    <dgm:cxn modelId="{D3FD4C1B-9A38-4FE9-8A2B-C3CC10652A8A}" srcId="{4FE6652E-15CC-4C63-9AD6-DCDAD3B52B0C}" destId="{975F482C-083D-41B2-8921-60A863E4F6E8}" srcOrd="1" destOrd="0" parTransId="{8DFAA79E-92BB-4BCA-BC3E-D07FEDD4FFBD}" sibTransId="{8340E60E-28BF-43DB-A6CA-3F089FBFC854}"/>
    <dgm:cxn modelId="{BC1C3F3E-32C4-46B1-81FF-57E3AFA037B9}" srcId="{0F2B622A-B2F1-40F8-A4B0-A9B9AEB5B4E3}" destId="{4FE6652E-15CC-4C63-9AD6-DCDAD3B52B0C}" srcOrd="1" destOrd="0" parTransId="{7485F5D1-D61C-4956-BCD2-DD94FE28AA1D}" sibTransId="{94A2E934-B2C5-4A5B-B0EA-7A01735E8A1C}"/>
    <dgm:cxn modelId="{3AEA1D41-3DFE-4BDB-B0A4-EFEB659335C5}" type="presOf" srcId="{975F482C-083D-41B2-8921-60A863E4F6E8}" destId="{960D1302-4C4A-460C-A794-24C617F9A788}" srcOrd="0" destOrd="1" presId="urn:microsoft.com/office/officeart/2005/8/layout/vList2"/>
    <dgm:cxn modelId="{6FAB4044-DC82-4DF5-8137-0AFFBC01EAFD}" type="presOf" srcId="{0F2B622A-B2F1-40F8-A4B0-A9B9AEB5B4E3}" destId="{8E435723-7AF7-4EBC-A976-D8D6B95AA367}" srcOrd="0" destOrd="0" presId="urn:microsoft.com/office/officeart/2005/8/layout/vList2"/>
    <dgm:cxn modelId="{B34A9866-6D11-4D66-84EC-DCA89CC85B6C}" srcId="{0F2B622A-B2F1-40F8-A4B0-A9B9AEB5B4E3}" destId="{F848D8D8-6F9F-421D-9DB7-8D084054349B}" srcOrd="0" destOrd="0" parTransId="{89AC61E7-B7BD-46CC-A8A3-56EA49568732}" sibTransId="{CD5E1306-A77B-4EDF-8BD3-CA9344F0116C}"/>
    <dgm:cxn modelId="{B585BB4E-D3C6-4C8E-A880-87DA8820F939}" type="presOf" srcId="{ABB31B86-5B92-4916-A8CF-6C3D9EF92014}" destId="{A8C58E06-F872-4E09-A573-9BD972D726ED}" srcOrd="0" destOrd="1" presId="urn:microsoft.com/office/officeart/2005/8/layout/vList2"/>
    <dgm:cxn modelId="{8EC9B45A-5FFF-4572-BBE4-263C856447F5}" type="presOf" srcId="{83E5D053-A520-4050-8C69-CE48CAD9D6EC}" destId="{8F07072A-8C14-46D4-9C8B-2715641581B4}" srcOrd="0" destOrd="0" presId="urn:microsoft.com/office/officeart/2005/8/layout/vList2"/>
    <dgm:cxn modelId="{CD3E14BE-C1E4-4A96-982C-BF90A2E027BF}" srcId="{F848D8D8-6F9F-421D-9DB7-8D084054349B}" destId="{83E5D053-A520-4050-8C69-CE48CAD9D6EC}" srcOrd="0" destOrd="0" parTransId="{60A6984A-B8E8-4876-A61B-040B452FCF07}" sibTransId="{6DB228D8-BDD5-4612-BB6D-BD1E5B62461C}"/>
    <dgm:cxn modelId="{A32E12CF-8DF5-4D33-90C2-673F25418F55}" type="presOf" srcId="{4FE6652E-15CC-4C63-9AD6-DCDAD3B52B0C}" destId="{09A8F69C-4256-4D45-9D3A-49559955B3ED}" srcOrd="0" destOrd="0" presId="urn:microsoft.com/office/officeart/2005/8/layout/vList2"/>
    <dgm:cxn modelId="{EB972CDC-EE2F-481F-BF1F-BB0F9F32DDD3}" srcId="{0F2B622A-B2F1-40F8-A4B0-A9B9AEB5B4E3}" destId="{9AEA81FB-F6CA-48F1-8F26-59B894A4C038}" srcOrd="2" destOrd="0" parTransId="{093A4FCB-D38E-45A2-9EF5-BA8763D54429}" sibTransId="{94505588-8F71-4877-BA69-49CFE9F4687F}"/>
    <dgm:cxn modelId="{3681AEE1-4135-4B6F-8A62-14347AA931B9}" srcId="{9AEA81FB-F6CA-48F1-8F26-59B894A4C038}" destId="{2A331A92-06AA-48E8-AFA7-CFA8ECB2077B}" srcOrd="0" destOrd="0" parTransId="{07447B36-1BCC-48E9-B7C2-C2E16B0154CD}" sibTransId="{FD4C0212-FA21-401D-B6FD-6D49F252EE3A}"/>
    <dgm:cxn modelId="{2E4F8EE4-4F83-4E52-B9F7-89077F2224B8}" type="presOf" srcId="{579C1D08-7D8D-4D60-B191-EB5EFECDEAFA}" destId="{8F07072A-8C14-46D4-9C8B-2715641581B4}" srcOrd="0" destOrd="1" presId="urn:microsoft.com/office/officeart/2005/8/layout/vList2"/>
    <dgm:cxn modelId="{DB04ECE6-31EA-46CF-87FF-F784BA1F3566}" srcId="{4FE6652E-15CC-4C63-9AD6-DCDAD3B52B0C}" destId="{CCF794C1-AE10-4A73-BA36-D322C4EF89FF}" srcOrd="0" destOrd="0" parTransId="{0D6AB06B-AC69-4F4C-8CAD-D18AC7F41922}" sibTransId="{7AF61875-1FB6-4FFD-9CDA-F4C2C0AA9802}"/>
    <dgm:cxn modelId="{EFCF52F6-EDE8-4245-A8A7-7C7D17E1E041}" type="presOf" srcId="{9AEA81FB-F6CA-48F1-8F26-59B894A4C038}" destId="{03EB3BB5-EFB3-4E3C-B48A-23D8AD0FB458}" srcOrd="0" destOrd="0" presId="urn:microsoft.com/office/officeart/2005/8/layout/vList2"/>
    <dgm:cxn modelId="{A278A910-922D-4BF9-B018-E460FE962009}" type="presParOf" srcId="{8E435723-7AF7-4EBC-A976-D8D6B95AA367}" destId="{0C928C1B-C5D2-44E2-B4A7-89E7C6EE155E}" srcOrd="0" destOrd="0" presId="urn:microsoft.com/office/officeart/2005/8/layout/vList2"/>
    <dgm:cxn modelId="{3BD5283D-7B88-4383-AB2F-2C4EEA50AD22}" type="presParOf" srcId="{8E435723-7AF7-4EBC-A976-D8D6B95AA367}" destId="{8F07072A-8C14-46D4-9C8B-2715641581B4}" srcOrd="1" destOrd="0" presId="urn:microsoft.com/office/officeart/2005/8/layout/vList2"/>
    <dgm:cxn modelId="{4372271E-C0C7-4AA6-956E-DEBDF3AC8FF6}" type="presParOf" srcId="{8E435723-7AF7-4EBC-A976-D8D6B95AA367}" destId="{09A8F69C-4256-4D45-9D3A-49559955B3ED}" srcOrd="2" destOrd="0" presId="urn:microsoft.com/office/officeart/2005/8/layout/vList2"/>
    <dgm:cxn modelId="{C11BA593-B5C2-4692-90CA-32D6349AA884}" type="presParOf" srcId="{8E435723-7AF7-4EBC-A976-D8D6B95AA367}" destId="{960D1302-4C4A-460C-A794-24C617F9A788}" srcOrd="3" destOrd="0" presId="urn:microsoft.com/office/officeart/2005/8/layout/vList2"/>
    <dgm:cxn modelId="{FC15FFB1-0C85-4CBB-B243-B801ABAD44A0}" type="presParOf" srcId="{8E435723-7AF7-4EBC-A976-D8D6B95AA367}" destId="{03EB3BB5-EFB3-4E3C-B48A-23D8AD0FB458}" srcOrd="4" destOrd="0" presId="urn:microsoft.com/office/officeart/2005/8/layout/vList2"/>
    <dgm:cxn modelId="{B828C800-5315-4288-AF13-D6BD700C96C3}" type="presParOf" srcId="{8E435723-7AF7-4EBC-A976-D8D6B95AA367}" destId="{A8C58E06-F872-4E09-A573-9BD972D726ED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AD8685F-1B08-4541-99F0-5F6FCB88FB0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8486C3-E521-4814-B888-D0633DF0ABF8}">
      <dgm:prSet/>
      <dgm:spPr/>
      <dgm:t>
        <a:bodyPr/>
        <a:lstStyle/>
        <a:p>
          <a:pPr>
            <a:lnSpc>
              <a:spcPct val="100000"/>
            </a:lnSpc>
          </a:pPr>
          <a:r>
            <a:rPr lang="pt-PT" b="1" dirty="0" err="1"/>
            <a:t>Moloni</a:t>
          </a:r>
          <a:r>
            <a:rPr lang="pt-PT" dirty="0"/>
            <a:t>: Sistema </a:t>
          </a:r>
          <a:r>
            <a:rPr lang="pt-PT" b="1" dirty="0"/>
            <a:t>baseado na </a:t>
          </a:r>
          <a:r>
            <a:rPr lang="pt-PT" b="1" dirty="0" err="1"/>
            <a:t>cloud</a:t>
          </a:r>
          <a:r>
            <a:rPr lang="pt-PT" b="1" dirty="0"/>
            <a:t> </a:t>
          </a:r>
          <a:r>
            <a:rPr lang="pt-PT" dirty="0"/>
            <a:t>que constitui a espinha dorsal do sistema de informação, armazenando </a:t>
          </a:r>
          <a:r>
            <a:rPr lang="pt-PT" b="1" dirty="0"/>
            <a:t>dados online</a:t>
          </a:r>
          <a:r>
            <a:rPr lang="pt-PT" dirty="0"/>
            <a:t> de forma segura.</a:t>
          </a:r>
          <a:endParaRPr lang="en-US" dirty="0"/>
        </a:p>
      </dgm:t>
    </dgm:pt>
    <dgm:pt modelId="{D52F90D5-7E70-4870-A580-678C91FE125D}" type="parTrans" cxnId="{8E309EAE-DD05-4261-A6EE-1BE1F9FABC79}">
      <dgm:prSet/>
      <dgm:spPr/>
      <dgm:t>
        <a:bodyPr/>
        <a:lstStyle/>
        <a:p>
          <a:endParaRPr lang="en-US"/>
        </a:p>
      </dgm:t>
    </dgm:pt>
    <dgm:pt modelId="{7160B92C-457C-493C-ABEE-BFE5B32DCDBB}" type="sibTrans" cxnId="{8E309EAE-DD05-4261-A6EE-1BE1F9FABC79}">
      <dgm:prSet/>
      <dgm:spPr/>
      <dgm:t>
        <a:bodyPr/>
        <a:lstStyle/>
        <a:p>
          <a:endParaRPr lang="en-US"/>
        </a:p>
      </dgm:t>
    </dgm:pt>
    <dgm:pt modelId="{67704C25-2F3B-48C1-BFF3-F56FDF5EBD7A}">
      <dgm:prSet/>
      <dgm:spPr/>
      <dgm:t>
        <a:bodyPr/>
        <a:lstStyle/>
        <a:p>
          <a:pPr>
            <a:lnSpc>
              <a:spcPct val="100000"/>
            </a:lnSpc>
          </a:pPr>
          <a:r>
            <a:rPr lang="pt-PT" b="1"/>
            <a:t>Gmail</a:t>
          </a:r>
          <a:r>
            <a:rPr lang="pt-PT"/>
            <a:t>: Serviço de </a:t>
          </a:r>
          <a:r>
            <a:rPr lang="pt-PT" b="1"/>
            <a:t>email</a:t>
          </a:r>
          <a:r>
            <a:rPr lang="pt-PT"/>
            <a:t> utilizado para a comunicação eficiente com clientes e fornecedores.</a:t>
          </a:r>
          <a:endParaRPr lang="en-US"/>
        </a:p>
      </dgm:t>
    </dgm:pt>
    <dgm:pt modelId="{EAF90488-2BEF-467D-B65E-EC7D52DB0B36}" type="parTrans" cxnId="{001242D4-1995-4721-BC9A-82E9494E8C28}">
      <dgm:prSet/>
      <dgm:spPr/>
      <dgm:t>
        <a:bodyPr/>
        <a:lstStyle/>
        <a:p>
          <a:endParaRPr lang="en-US"/>
        </a:p>
      </dgm:t>
    </dgm:pt>
    <dgm:pt modelId="{2B8853DD-B02D-4B16-A120-D9DFF342D6FE}" type="sibTrans" cxnId="{001242D4-1995-4721-BC9A-82E9494E8C28}">
      <dgm:prSet/>
      <dgm:spPr/>
      <dgm:t>
        <a:bodyPr/>
        <a:lstStyle/>
        <a:p>
          <a:endParaRPr lang="en-US"/>
        </a:p>
      </dgm:t>
    </dgm:pt>
    <dgm:pt modelId="{C18A16C6-ECFC-4384-A5EB-2E2499A593A5}">
      <dgm:prSet/>
      <dgm:spPr/>
      <dgm:t>
        <a:bodyPr/>
        <a:lstStyle/>
        <a:p>
          <a:pPr>
            <a:lnSpc>
              <a:spcPct val="100000"/>
            </a:lnSpc>
          </a:pPr>
          <a:r>
            <a:rPr lang="pt-PT" b="1"/>
            <a:t>Google Drive</a:t>
          </a:r>
          <a:r>
            <a:rPr lang="pt-PT"/>
            <a:t>: Ferramenta de </a:t>
          </a:r>
          <a:r>
            <a:rPr lang="pt-PT" b="1"/>
            <a:t>armazenamento e partilha </a:t>
          </a:r>
          <a:r>
            <a:rPr lang="pt-PT"/>
            <a:t>de documentos, facilitando a colaboração e o acesso a informações.</a:t>
          </a:r>
          <a:endParaRPr lang="en-US"/>
        </a:p>
      </dgm:t>
    </dgm:pt>
    <dgm:pt modelId="{AEC812DF-E531-43EB-8CDF-3C78C91BCDBC}" type="parTrans" cxnId="{D1E7F92B-42C5-46A6-95E7-63F1ADEE2DD8}">
      <dgm:prSet/>
      <dgm:spPr/>
      <dgm:t>
        <a:bodyPr/>
        <a:lstStyle/>
        <a:p>
          <a:endParaRPr lang="en-US"/>
        </a:p>
      </dgm:t>
    </dgm:pt>
    <dgm:pt modelId="{E5BBB903-4611-423E-9334-B5FF8BAA886C}" type="sibTrans" cxnId="{D1E7F92B-42C5-46A6-95E7-63F1ADEE2DD8}">
      <dgm:prSet/>
      <dgm:spPr/>
      <dgm:t>
        <a:bodyPr/>
        <a:lstStyle/>
        <a:p>
          <a:endParaRPr lang="en-US"/>
        </a:p>
      </dgm:t>
    </dgm:pt>
    <dgm:pt modelId="{3F074C32-CB8E-4561-AC8B-C9751CA5637D}">
      <dgm:prSet/>
      <dgm:spPr/>
      <dgm:t>
        <a:bodyPr/>
        <a:lstStyle/>
        <a:p>
          <a:pPr>
            <a:lnSpc>
              <a:spcPct val="100000"/>
            </a:lnSpc>
          </a:pPr>
          <a:r>
            <a:rPr lang="pt-PT" b="1"/>
            <a:t>Website</a:t>
          </a:r>
          <a:r>
            <a:rPr lang="pt-PT"/>
            <a:t>: Vitrine digital da empresa, essencial para a </a:t>
          </a:r>
          <a:r>
            <a:rPr lang="pt-PT" b="1"/>
            <a:t>presença online </a:t>
          </a:r>
          <a:r>
            <a:rPr lang="pt-PT"/>
            <a:t>e interação com o público.</a:t>
          </a:r>
          <a:endParaRPr lang="en-US"/>
        </a:p>
      </dgm:t>
    </dgm:pt>
    <dgm:pt modelId="{4EB87F9E-2B0B-42E6-93C3-01386F784D75}" type="parTrans" cxnId="{A0B544CC-6B1C-42C6-81E1-ED58C85C92D4}">
      <dgm:prSet/>
      <dgm:spPr/>
      <dgm:t>
        <a:bodyPr/>
        <a:lstStyle/>
        <a:p>
          <a:endParaRPr lang="en-US"/>
        </a:p>
      </dgm:t>
    </dgm:pt>
    <dgm:pt modelId="{3DCDD311-6840-4F8B-882F-85A401C00CD8}" type="sibTrans" cxnId="{A0B544CC-6B1C-42C6-81E1-ED58C85C92D4}">
      <dgm:prSet/>
      <dgm:spPr/>
      <dgm:t>
        <a:bodyPr/>
        <a:lstStyle/>
        <a:p>
          <a:endParaRPr lang="en-US"/>
        </a:p>
      </dgm:t>
    </dgm:pt>
    <dgm:pt modelId="{1BBAE478-6F0A-4B74-B78A-4A99397CEA2B}">
      <dgm:prSet/>
      <dgm:spPr/>
      <dgm:t>
        <a:bodyPr/>
        <a:lstStyle/>
        <a:p>
          <a:pPr>
            <a:lnSpc>
              <a:spcPct val="100000"/>
            </a:lnSpc>
          </a:pPr>
          <a:r>
            <a:rPr lang="pt-PT" b="1"/>
            <a:t>Conectividade</a:t>
          </a:r>
          <a:r>
            <a:rPr lang="pt-PT"/>
            <a:t>: </a:t>
          </a:r>
          <a:r>
            <a:rPr lang="pt-PT" b="1"/>
            <a:t>MEO Fibra </a:t>
          </a:r>
          <a:r>
            <a:rPr lang="pt-PT"/>
            <a:t>oferece uma conexão rápida e estável com </a:t>
          </a:r>
          <a:r>
            <a:rPr lang="pt-PT" b="1"/>
            <a:t>500 Mb/s de download e 100 Mb/s de upload</a:t>
          </a:r>
          <a:r>
            <a:rPr lang="pt-PT"/>
            <a:t>, garantindo operações online ágeis.</a:t>
          </a:r>
          <a:endParaRPr lang="en-US"/>
        </a:p>
      </dgm:t>
    </dgm:pt>
    <dgm:pt modelId="{5CEA2978-57F2-460A-BB9C-2FD5F62AE982}" type="parTrans" cxnId="{0CD1F90F-D135-4E33-ADB9-58BF0E3608BB}">
      <dgm:prSet/>
      <dgm:spPr/>
      <dgm:t>
        <a:bodyPr/>
        <a:lstStyle/>
        <a:p>
          <a:endParaRPr lang="en-US"/>
        </a:p>
      </dgm:t>
    </dgm:pt>
    <dgm:pt modelId="{482D6572-FF3C-412E-B95A-BD28FED29C8B}" type="sibTrans" cxnId="{0CD1F90F-D135-4E33-ADB9-58BF0E3608BB}">
      <dgm:prSet/>
      <dgm:spPr/>
      <dgm:t>
        <a:bodyPr/>
        <a:lstStyle/>
        <a:p>
          <a:endParaRPr lang="en-US"/>
        </a:p>
      </dgm:t>
    </dgm:pt>
    <dgm:pt modelId="{C3635B02-4579-4BAA-9FA3-F1DBF2B3DBA6}" type="pres">
      <dgm:prSet presAssocID="{6AD8685F-1B08-4541-99F0-5F6FCB88FB01}" presName="root" presStyleCnt="0">
        <dgm:presLayoutVars>
          <dgm:dir/>
          <dgm:resizeHandles val="exact"/>
        </dgm:presLayoutVars>
      </dgm:prSet>
      <dgm:spPr/>
    </dgm:pt>
    <dgm:pt modelId="{914E1F24-4111-439D-BC00-1841D1EB7581}" type="pres">
      <dgm:prSet presAssocID="{368486C3-E521-4814-B888-D0633DF0ABF8}" presName="compNode" presStyleCnt="0"/>
      <dgm:spPr/>
    </dgm:pt>
    <dgm:pt modelId="{5C5D5063-B3B6-4647-8DEF-5BE9B3C1E233}" type="pres">
      <dgm:prSet presAssocID="{368486C3-E521-4814-B888-D0633DF0ABF8}" presName="bgRect" presStyleLbl="bgShp" presStyleIdx="0" presStyleCnt="5"/>
      <dgm:spPr/>
    </dgm:pt>
    <dgm:pt modelId="{A4FEA24B-4ED3-4E68-A294-E8F3C67083E9}" type="pres">
      <dgm:prSet presAssocID="{368486C3-E521-4814-B888-D0633DF0ABF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ibeiro"/>
        </a:ext>
      </dgm:extLst>
    </dgm:pt>
    <dgm:pt modelId="{54B82C96-8142-4811-A9C0-1704A05FB2E8}" type="pres">
      <dgm:prSet presAssocID="{368486C3-E521-4814-B888-D0633DF0ABF8}" presName="spaceRect" presStyleCnt="0"/>
      <dgm:spPr/>
    </dgm:pt>
    <dgm:pt modelId="{B1C83761-C6F0-4885-A363-6E5B34978DCC}" type="pres">
      <dgm:prSet presAssocID="{368486C3-E521-4814-B888-D0633DF0ABF8}" presName="parTx" presStyleLbl="revTx" presStyleIdx="0" presStyleCnt="5">
        <dgm:presLayoutVars>
          <dgm:chMax val="0"/>
          <dgm:chPref val="0"/>
        </dgm:presLayoutVars>
      </dgm:prSet>
      <dgm:spPr/>
    </dgm:pt>
    <dgm:pt modelId="{5D7405A9-6C57-4961-AA7F-BD5BB3D0751E}" type="pres">
      <dgm:prSet presAssocID="{7160B92C-457C-493C-ABEE-BFE5B32DCDBB}" presName="sibTrans" presStyleCnt="0"/>
      <dgm:spPr/>
    </dgm:pt>
    <dgm:pt modelId="{63FFA4B7-9364-458C-9823-3923791FD536}" type="pres">
      <dgm:prSet presAssocID="{67704C25-2F3B-48C1-BFF3-F56FDF5EBD7A}" presName="compNode" presStyleCnt="0"/>
      <dgm:spPr/>
    </dgm:pt>
    <dgm:pt modelId="{EC83CD6B-0D64-4B96-A299-1EC294178BDE}" type="pres">
      <dgm:prSet presAssocID="{67704C25-2F3B-48C1-BFF3-F56FDF5EBD7A}" presName="bgRect" presStyleLbl="bgShp" presStyleIdx="1" presStyleCnt="5"/>
      <dgm:spPr/>
    </dgm:pt>
    <dgm:pt modelId="{CFD2DA06-81BA-4D11-B872-DB6D444A7B7B}" type="pres">
      <dgm:prSet presAssocID="{67704C25-2F3B-48C1-BFF3-F56FDF5EBD7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-mail"/>
        </a:ext>
      </dgm:extLst>
    </dgm:pt>
    <dgm:pt modelId="{98C3B9BA-7861-42DF-ACDE-827142EEF88B}" type="pres">
      <dgm:prSet presAssocID="{67704C25-2F3B-48C1-BFF3-F56FDF5EBD7A}" presName="spaceRect" presStyleCnt="0"/>
      <dgm:spPr/>
    </dgm:pt>
    <dgm:pt modelId="{AC850EE7-6821-45DF-83ED-044097B6B58F}" type="pres">
      <dgm:prSet presAssocID="{67704C25-2F3B-48C1-BFF3-F56FDF5EBD7A}" presName="parTx" presStyleLbl="revTx" presStyleIdx="1" presStyleCnt="5">
        <dgm:presLayoutVars>
          <dgm:chMax val="0"/>
          <dgm:chPref val="0"/>
        </dgm:presLayoutVars>
      </dgm:prSet>
      <dgm:spPr/>
    </dgm:pt>
    <dgm:pt modelId="{DC7ACCDE-61B3-4D34-BAFC-27FCEC71D61B}" type="pres">
      <dgm:prSet presAssocID="{2B8853DD-B02D-4B16-A120-D9DFF342D6FE}" presName="sibTrans" presStyleCnt="0"/>
      <dgm:spPr/>
    </dgm:pt>
    <dgm:pt modelId="{3CB66E56-62B4-4C0E-84BE-5BC6E9DE5063}" type="pres">
      <dgm:prSet presAssocID="{C18A16C6-ECFC-4384-A5EB-2E2499A593A5}" presName="compNode" presStyleCnt="0"/>
      <dgm:spPr/>
    </dgm:pt>
    <dgm:pt modelId="{55CE1213-7CE4-4909-A5FE-85CC3EF6221D}" type="pres">
      <dgm:prSet presAssocID="{C18A16C6-ECFC-4384-A5EB-2E2499A593A5}" presName="bgRect" presStyleLbl="bgShp" presStyleIdx="2" presStyleCnt="5"/>
      <dgm:spPr/>
    </dgm:pt>
    <dgm:pt modelId="{F4660E07-9BA4-4364-B4D3-2884F91F9CD0}" type="pres">
      <dgm:prSet presAssocID="{C18A16C6-ECFC-4384-A5EB-2E2499A593A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grenagens"/>
        </a:ext>
      </dgm:extLst>
    </dgm:pt>
    <dgm:pt modelId="{1462BE8A-6DC7-48F8-8D0E-D5727BF07DFB}" type="pres">
      <dgm:prSet presAssocID="{C18A16C6-ECFC-4384-A5EB-2E2499A593A5}" presName="spaceRect" presStyleCnt="0"/>
      <dgm:spPr/>
    </dgm:pt>
    <dgm:pt modelId="{D3A8D40B-CC56-4B64-95E8-E51312B0765E}" type="pres">
      <dgm:prSet presAssocID="{C18A16C6-ECFC-4384-A5EB-2E2499A593A5}" presName="parTx" presStyleLbl="revTx" presStyleIdx="2" presStyleCnt="5">
        <dgm:presLayoutVars>
          <dgm:chMax val="0"/>
          <dgm:chPref val="0"/>
        </dgm:presLayoutVars>
      </dgm:prSet>
      <dgm:spPr/>
    </dgm:pt>
    <dgm:pt modelId="{3AB92F05-D318-4071-AA9A-C4F28BE7C490}" type="pres">
      <dgm:prSet presAssocID="{E5BBB903-4611-423E-9334-B5FF8BAA886C}" presName="sibTrans" presStyleCnt="0"/>
      <dgm:spPr/>
    </dgm:pt>
    <dgm:pt modelId="{8111357D-3B06-4018-93A3-0324B8B5ADED}" type="pres">
      <dgm:prSet presAssocID="{3F074C32-CB8E-4561-AC8B-C9751CA5637D}" presName="compNode" presStyleCnt="0"/>
      <dgm:spPr/>
    </dgm:pt>
    <dgm:pt modelId="{0EF7F120-8343-4072-9D6B-991E71FEE568}" type="pres">
      <dgm:prSet presAssocID="{3F074C32-CB8E-4561-AC8B-C9751CA5637D}" presName="bgRect" presStyleLbl="bgShp" presStyleIdx="3" presStyleCnt="5"/>
      <dgm:spPr/>
    </dgm:pt>
    <dgm:pt modelId="{0D5A6D3C-1676-407E-8637-775B5163B351}" type="pres">
      <dgm:prSet presAssocID="{3F074C32-CB8E-4561-AC8B-C9751CA5637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BD3956AF-5962-43B1-9E9B-BEABD53D9F26}" type="pres">
      <dgm:prSet presAssocID="{3F074C32-CB8E-4561-AC8B-C9751CA5637D}" presName="spaceRect" presStyleCnt="0"/>
      <dgm:spPr/>
    </dgm:pt>
    <dgm:pt modelId="{DA8787FE-34B8-407B-842D-849795180186}" type="pres">
      <dgm:prSet presAssocID="{3F074C32-CB8E-4561-AC8B-C9751CA5637D}" presName="parTx" presStyleLbl="revTx" presStyleIdx="3" presStyleCnt="5">
        <dgm:presLayoutVars>
          <dgm:chMax val="0"/>
          <dgm:chPref val="0"/>
        </dgm:presLayoutVars>
      </dgm:prSet>
      <dgm:spPr/>
    </dgm:pt>
    <dgm:pt modelId="{7202DE3C-313C-465A-9C02-5E562A4A6034}" type="pres">
      <dgm:prSet presAssocID="{3DCDD311-6840-4F8B-882F-85A401C00CD8}" presName="sibTrans" presStyleCnt="0"/>
      <dgm:spPr/>
    </dgm:pt>
    <dgm:pt modelId="{562B75EB-6222-4BC0-B021-B69C09FDEF46}" type="pres">
      <dgm:prSet presAssocID="{1BBAE478-6F0A-4B74-B78A-4A99397CEA2B}" presName="compNode" presStyleCnt="0"/>
      <dgm:spPr/>
    </dgm:pt>
    <dgm:pt modelId="{8BE25DEC-FABE-43CA-BB9F-81DB49F5905E}" type="pres">
      <dgm:prSet presAssocID="{1BBAE478-6F0A-4B74-B78A-4A99397CEA2B}" presName="bgRect" presStyleLbl="bgShp" presStyleIdx="4" presStyleCnt="5"/>
      <dgm:spPr/>
    </dgm:pt>
    <dgm:pt modelId="{8FD96C36-6934-47E7-9B2F-A1B45EAA9886}" type="pres">
      <dgm:prSet presAssocID="{1BBAE478-6F0A-4B74-B78A-4A99397CEA2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m Fios"/>
        </a:ext>
      </dgm:extLst>
    </dgm:pt>
    <dgm:pt modelId="{9855CDEB-1DDE-4050-8630-9DEEB7DD770F}" type="pres">
      <dgm:prSet presAssocID="{1BBAE478-6F0A-4B74-B78A-4A99397CEA2B}" presName="spaceRect" presStyleCnt="0"/>
      <dgm:spPr/>
    </dgm:pt>
    <dgm:pt modelId="{2C38A626-5E28-424F-AA1B-F43C363821F1}" type="pres">
      <dgm:prSet presAssocID="{1BBAE478-6F0A-4B74-B78A-4A99397CEA2B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0CD1F90F-D135-4E33-ADB9-58BF0E3608BB}" srcId="{6AD8685F-1B08-4541-99F0-5F6FCB88FB01}" destId="{1BBAE478-6F0A-4B74-B78A-4A99397CEA2B}" srcOrd="4" destOrd="0" parTransId="{5CEA2978-57F2-460A-BB9C-2FD5F62AE982}" sibTransId="{482D6572-FF3C-412E-B95A-BD28FED29C8B}"/>
    <dgm:cxn modelId="{D1E7F92B-42C5-46A6-95E7-63F1ADEE2DD8}" srcId="{6AD8685F-1B08-4541-99F0-5F6FCB88FB01}" destId="{C18A16C6-ECFC-4384-A5EB-2E2499A593A5}" srcOrd="2" destOrd="0" parTransId="{AEC812DF-E531-43EB-8CDF-3C78C91BCDBC}" sibTransId="{E5BBB903-4611-423E-9334-B5FF8BAA886C}"/>
    <dgm:cxn modelId="{27750F3A-39B5-4D93-B881-4FAA775BBCE6}" type="presOf" srcId="{1BBAE478-6F0A-4B74-B78A-4A99397CEA2B}" destId="{2C38A626-5E28-424F-AA1B-F43C363821F1}" srcOrd="0" destOrd="0" presId="urn:microsoft.com/office/officeart/2018/2/layout/IconVerticalSolidList"/>
    <dgm:cxn modelId="{D8CFD56E-886C-425F-92EB-3298DBD0FC8E}" type="presOf" srcId="{3F074C32-CB8E-4561-AC8B-C9751CA5637D}" destId="{DA8787FE-34B8-407B-842D-849795180186}" srcOrd="0" destOrd="0" presId="urn:microsoft.com/office/officeart/2018/2/layout/IconVerticalSolidList"/>
    <dgm:cxn modelId="{507EED6E-56DA-4A10-BE34-37EF6007E0F4}" type="presOf" srcId="{C18A16C6-ECFC-4384-A5EB-2E2499A593A5}" destId="{D3A8D40B-CC56-4B64-95E8-E51312B0765E}" srcOrd="0" destOrd="0" presId="urn:microsoft.com/office/officeart/2018/2/layout/IconVerticalSolidList"/>
    <dgm:cxn modelId="{BE832574-9BE2-47CE-84B0-008AD3CF4789}" type="presOf" srcId="{368486C3-E521-4814-B888-D0633DF0ABF8}" destId="{B1C83761-C6F0-4885-A363-6E5B34978DCC}" srcOrd="0" destOrd="0" presId="urn:microsoft.com/office/officeart/2018/2/layout/IconVerticalSolidList"/>
    <dgm:cxn modelId="{DDADD893-98D9-4FAA-B4A1-431A5437E596}" type="presOf" srcId="{6AD8685F-1B08-4541-99F0-5F6FCB88FB01}" destId="{C3635B02-4579-4BAA-9FA3-F1DBF2B3DBA6}" srcOrd="0" destOrd="0" presId="urn:microsoft.com/office/officeart/2018/2/layout/IconVerticalSolidList"/>
    <dgm:cxn modelId="{8E309EAE-DD05-4261-A6EE-1BE1F9FABC79}" srcId="{6AD8685F-1B08-4541-99F0-5F6FCB88FB01}" destId="{368486C3-E521-4814-B888-D0633DF0ABF8}" srcOrd="0" destOrd="0" parTransId="{D52F90D5-7E70-4870-A580-678C91FE125D}" sibTransId="{7160B92C-457C-493C-ABEE-BFE5B32DCDBB}"/>
    <dgm:cxn modelId="{A0B544CC-6B1C-42C6-81E1-ED58C85C92D4}" srcId="{6AD8685F-1B08-4541-99F0-5F6FCB88FB01}" destId="{3F074C32-CB8E-4561-AC8B-C9751CA5637D}" srcOrd="3" destOrd="0" parTransId="{4EB87F9E-2B0B-42E6-93C3-01386F784D75}" sibTransId="{3DCDD311-6840-4F8B-882F-85A401C00CD8}"/>
    <dgm:cxn modelId="{001242D4-1995-4721-BC9A-82E9494E8C28}" srcId="{6AD8685F-1B08-4541-99F0-5F6FCB88FB01}" destId="{67704C25-2F3B-48C1-BFF3-F56FDF5EBD7A}" srcOrd="1" destOrd="0" parTransId="{EAF90488-2BEF-467D-B65E-EC7D52DB0B36}" sibTransId="{2B8853DD-B02D-4B16-A120-D9DFF342D6FE}"/>
    <dgm:cxn modelId="{D0E3F6E3-AB4C-4CAF-BB3D-867B43F090A3}" type="presOf" srcId="{67704C25-2F3B-48C1-BFF3-F56FDF5EBD7A}" destId="{AC850EE7-6821-45DF-83ED-044097B6B58F}" srcOrd="0" destOrd="0" presId="urn:microsoft.com/office/officeart/2018/2/layout/IconVerticalSolidList"/>
    <dgm:cxn modelId="{E7043F28-31E3-4DB2-B1AC-337687E53EF5}" type="presParOf" srcId="{C3635B02-4579-4BAA-9FA3-F1DBF2B3DBA6}" destId="{914E1F24-4111-439D-BC00-1841D1EB7581}" srcOrd="0" destOrd="0" presId="urn:microsoft.com/office/officeart/2018/2/layout/IconVerticalSolidList"/>
    <dgm:cxn modelId="{3933C863-8D2A-4EB5-906B-53859FB77945}" type="presParOf" srcId="{914E1F24-4111-439D-BC00-1841D1EB7581}" destId="{5C5D5063-B3B6-4647-8DEF-5BE9B3C1E233}" srcOrd="0" destOrd="0" presId="urn:microsoft.com/office/officeart/2018/2/layout/IconVerticalSolidList"/>
    <dgm:cxn modelId="{E357FC88-9F2C-4FB7-B3D2-DBD20552BEC8}" type="presParOf" srcId="{914E1F24-4111-439D-BC00-1841D1EB7581}" destId="{A4FEA24B-4ED3-4E68-A294-E8F3C67083E9}" srcOrd="1" destOrd="0" presId="urn:microsoft.com/office/officeart/2018/2/layout/IconVerticalSolidList"/>
    <dgm:cxn modelId="{5CB20939-00D2-415D-A94F-B5F43AEE9B3B}" type="presParOf" srcId="{914E1F24-4111-439D-BC00-1841D1EB7581}" destId="{54B82C96-8142-4811-A9C0-1704A05FB2E8}" srcOrd="2" destOrd="0" presId="urn:microsoft.com/office/officeart/2018/2/layout/IconVerticalSolidList"/>
    <dgm:cxn modelId="{3B1BCA8F-D662-4B8A-882A-C0D63773386B}" type="presParOf" srcId="{914E1F24-4111-439D-BC00-1841D1EB7581}" destId="{B1C83761-C6F0-4885-A363-6E5B34978DCC}" srcOrd="3" destOrd="0" presId="urn:microsoft.com/office/officeart/2018/2/layout/IconVerticalSolidList"/>
    <dgm:cxn modelId="{8666CDA6-8163-4974-B1B5-269915B86421}" type="presParOf" srcId="{C3635B02-4579-4BAA-9FA3-F1DBF2B3DBA6}" destId="{5D7405A9-6C57-4961-AA7F-BD5BB3D0751E}" srcOrd="1" destOrd="0" presId="urn:microsoft.com/office/officeart/2018/2/layout/IconVerticalSolidList"/>
    <dgm:cxn modelId="{A6E1457E-E7A5-42D7-89EB-34727DB44239}" type="presParOf" srcId="{C3635B02-4579-4BAA-9FA3-F1DBF2B3DBA6}" destId="{63FFA4B7-9364-458C-9823-3923791FD536}" srcOrd="2" destOrd="0" presId="urn:microsoft.com/office/officeart/2018/2/layout/IconVerticalSolidList"/>
    <dgm:cxn modelId="{B434521C-3C43-406E-A31C-17536F984AAC}" type="presParOf" srcId="{63FFA4B7-9364-458C-9823-3923791FD536}" destId="{EC83CD6B-0D64-4B96-A299-1EC294178BDE}" srcOrd="0" destOrd="0" presId="urn:microsoft.com/office/officeart/2018/2/layout/IconVerticalSolidList"/>
    <dgm:cxn modelId="{02B735B8-02D0-4D02-BDD2-510764CB389D}" type="presParOf" srcId="{63FFA4B7-9364-458C-9823-3923791FD536}" destId="{CFD2DA06-81BA-4D11-B872-DB6D444A7B7B}" srcOrd="1" destOrd="0" presId="urn:microsoft.com/office/officeart/2018/2/layout/IconVerticalSolidList"/>
    <dgm:cxn modelId="{9C2D9AE3-5FFB-4DEC-BD1B-242D299CD471}" type="presParOf" srcId="{63FFA4B7-9364-458C-9823-3923791FD536}" destId="{98C3B9BA-7861-42DF-ACDE-827142EEF88B}" srcOrd="2" destOrd="0" presId="urn:microsoft.com/office/officeart/2018/2/layout/IconVerticalSolidList"/>
    <dgm:cxn modelId="{211C14B2-7C19-47EB-A497-98FBAA39F706}" type="presParOf" srcId="{63FFA4B7-9364-458C-9823-3923791FD536}" destId="{AC850EE7-6821-45DF-83ED-044097B6B58F}" srcOrd="3" destOrd="0" presId="urn:microsoft.com/office/officeart/2018/2/layout/IconVerticalSolidList"/>
    <dgm:cxn modelId="{68F11182-0E74-4BDA-A6B9-E9E685BFACAC}" type="presParOf" srcId="{C3635B02-4579-4BAA-9FA3-F1DBF2B3DBA6}" destId="{DC7ACCDE-61B3-4D34-BAFC-27FCEC71D61B}" srcOrd="3" destOrd="0" presId="urn:microsoft.com/office/officeart/2018/2/layout/IconVerticalSolidList"/>
    <dgm:cxn modelId="{52D07373-A7EE-4DD9-84EF-E978FF7F3B2E}" type="presParOf" srcId="{C3635B02-4579-4BAA-9FA3-F1DBF2B3DBA6}" destId="{3CB66E56-62B4-4C0E-84BE-5BC6E9DE5063}" srcOrd="4" destOrd="0" presId="urn:microsoft.com/office/officeart/2018/2/layout/IconVerticalSolidList"/>
    <dgm:cxn modelId="{B459ACA2-B010-4FB5-863A-C66A9D7CDA37}" type="presParOf" srcId="{3CB66E56-62B4-4C0E-84BE-5BC6E9DE5063}" destId="{55CE1213-7CE4-4909-A5FE-85CC3EF6221D}" srcOrd="0" destOrd="0" presId="urn:microsoft.com/office/officeart/2018/2/layout/IconVerticalSolidList"/>
    <dgm:cxn modelId="{E11E57E2-2F5E-4845-9C18-C480E50B9D19}" type="presParOf" srcId="{3CB66E56-62B4-4C0E-84BE-5BC6E9DE5063}" destId="{F4660E07-9BA4-4364-B4D3-2884F91F9CD0}" srcOrd="1" destOrd="0" presId="urn:microsoft.com/office/officeart/2018/2/layout/IconVerticalSolidList"/>
    <dgm:cxn modelId="{B0F28D22-B71C-4F40-838C-0B0CEFC06362}" type="presParOf" srcId="{3CB66E56-62B4-4C0E-84BE-5BC6E9DE5063}" destId="{1462BE8A-6DC7-48F8-8D0E-D5727BF07DFB}" srcOrd="2" destOrd="0" presId="urn:microsoft.com/office/officeart/2018/2/layout/IconVerticalSolidList"/>
    <dgm:cxn modelId="{C7F2D0B3-375A-4CCB-A9C1-170AD9B6DDD6}" type="presParOf" srcId="{3CB66E56-62B4-4C0E-84BE-5BC6E9DE5063}" destId="{D3A8D40B-CC56-4B64-95E8-E51312B0765E}" srcOrd="3" destOrd="0" presId="urn:microsoft.com/office/officeart/2018/2/layout/IconVerticalSolidList"/>
    <dgm:cxn modelId="{A4BB3F1C-6B0D-4AC9-9F7A-328927A0FCAB}" type="presParOf" srcId="{C3635B02-4579-4BAA-9FA3-F1DBF2B3DBA6}" destId="{3AB92F05-D318-4071-AA9A-C4F28BE7C490}" srcOrd="5" destOrd="0" presId="urn:microsoft.com/office/officeart/2018/2/layout/IconVerticalSolidList"/>
    <dgm:cxn modelId="{3AAFD2AA-BDB7-40EF-809F-293706AFF0E1}" type="presParOf" srcId="{C3635B02-4579-4BAA-9FA3-F1DBF2B3DBA6}" destId="{8111357D-3B06-4018-93A3-0324B8B5ADED}" srcOrd="6" destOrd="0" presId="urn:microsoft.com/office/officeart/2018/2/layout/IconVerticalSolidList"/>
    <dgm:cxn modelId="{1F3C7EBC-1087-4762-96A3-DDDF19FC5BC5}" type="presParOf" srcId="{8111357D-3B06-4018-93A3-0324B8B5ADED}" destId="{0EF7F120-8343-4072-9D6B-991E71FEE568}" srcOrd="0" destOrd="0" presId="urn:microsoft.com/office/officeart/2018/2/layout/IconVerticalSolidList"/>
    <dgm:cxn modelId="{EDB0A4CF-EE2F-4000-9FCE-C3DACE727430}" type="presParOf" srcId="{8111357D-3B06-4018-93A3-0324B8B5ADED}" destId="{0D5A6D3C-1676-407E-8637-775B5163B351}" srcOrd="1" destOrd="0" presId="urn:microsoft.com/office/officeart/2018/2/layout/IconVerticalSolidList"/>
    <dgm:cxn modelId="{9C2FA971-EF12-4F57-9AA6-1A91818D46C9}" type="presParOf" srcId="{8111357D-3B06-4018-93A3-0324B8B5ADED}" destId="{BD3956AF-5962-43B1-9E9B-BEABD53D9F26}" srcOrd="2" destOrd="0" presId="urn:microsoft.com/office/officeart/2018/2/layout/IconVerticalSolidList"/>
    <dgm:cxn modelId="{CAD71BA2-5291-4C63-8003-2F4AD4B11B97}" type="presParOf" srcId="{8111357D-3B06-4018-93A3-0324B8B5ADED}" destId="{DA8787FE-34B8-407B-842D-849795180186}" srcOrd="3" destOrd="0" presId="urn:microsoft.com/office/officeart/2018/2/layout/IconVerticalSolidList"/>
    <dgm:cxn modelId="{E7D118C8-8DAB-4AE7-93A1-1953FF233E19}" type="presParOf" srcId="{C3635B02-4579-4BAA-9FA3-F1DBF2B3DBA6}" destId="{7202DE3C-313C-465A-9C02-5E562A4A6034}" srcOrd="7" destOrd="0" presId="urn:microsoft.com/office/officeart/2018/2/layout/IconVerticalSolidList"/>
    <dgm:cxn modelId="{C105745F-4A66-443E-ACD4-28F821E58892}" type="presParOf" srcId="{C3635B02-4579-4BAA-9FA3-F1DBF2B3DBA6}" destId="{562B75EB-6222-4BC0-B021-B69C09FDEF46}" srcOrd="8" destOrd="0" presId="urn:microsoft.com/office/officeart/2018/2/layout/IconVerticalSolidList"/>
    <dgm:cxn modelId="{F48F446D-FA8F-42E0-A65C-21279A9A6709}" type="presParOf" srcId="{562B75EB-6222-4BC0-B021-B69C09FDEF46}" destId="{8BE25DEC-FABE-43CA-BB9F-81DB49F5905E}" srcOrd="0" destOrd="0" presId="urn:microsoft.com/office/officeart/2018/2/layout/IconVerticalSolidList"/>
    <dgm:cxn modelId="{4E862285-9354-42B1-8B17-81C561773734}" type="presParOf" srcId="{562B75EB-6222-4BC0-B021-B69C09FDEF46}" destId="{8FD96C36-6934-47E7-9B2F-A1B45EAA9886}" srcOrd="1" destOrd="0" presId="urn:microsoft.com/office/officeart/2018/2/layout/IconVerticalSolidList"/>
    <dgm:cxn modelId="{2B78F6D3-6577-4C55-923B-827AC6E8DB57}" type="presParOf" srcId="{562B75EB-6222-4BC0-B021-B69C09FDEF46}" destId="{9855CDEB-1DDE-4050-8630-9DEEB7DD770F}" srcOrd="2" destOrd="0" presId="urn:microsoft.com/office/officeart/2018/2/layout/IconVerticalSolidList"/>
    <dgm:cxn modelId="{535D724A-8C1B-42DB-8E6B-B8A1700886DB}" type="presParOf" srcId="{562B75EB-6222-4BC0-B021-B69C09FDEF46}" destId="{2C38A626-5E28-424F-AA1B-F43C363821F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279A0C4-D3C6-4D85-A583-4F23A9F3D39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E305B47-2012-4718-A9ED-45E2BDB5DC09}">
      <dgm:prSet/>
      <dgm:spPr/>
      <dgm:t>
        <a:bodyPr/>
        <a:lstStyle/>
        <a:p>
          <a:pPr>
            <a:lnSpc>
              <a:spcPct val="100000"/>
            </a:lnSpc>
          </a:pPr>
          <a:r>
            <a:rPr lang="pt-PT"/>
            <a:t>Computadores: Windows 11</a:t>
          </a:r>
          <a:endParaRPr lang="en-US"/>
        </a:p>
      </dgm:t>
    </dgm:pt>
    <dgm:pt modelId="{5E2EE0F9-A170-4FD5-A091-42063E02B2C0}" type="parTrans" cxnId="{114DB7BE-74FD-4A0E-9ABF-EC93B0F38D67}">
      <dgm:prSet/>
      <dgm:spPr/>
      <dgm:t>
        <a:bodyPr/>
        <a:lstStyle/>
        <a:p>
          <a:endParaRPr lang="en-US"/>
        </a:p>
      </dgm:t>
    </dgm:pt>
    <dgm:pt modelId="{4A55D28D-EF08-4072-A9EE-3FD55032C17C}" type="sibTrans" cxnId="{114DB7BE-74FD-4A0E-9ABF-EC93B0F38D67}">
      <dgm:prSet/>
      <dgm:spPr/>
      <dgm:t>
        <a:bodyPr/>
        <a:lstStyle/>
        <a:p>
          <a:endParaRPr lang="en-US"/>
        </a:p>
      </dgm:t>
    </dgm:pt>
    <dgm:pt modelId="{F819AEA7-414D-4D93-A568-BB77AAA7CB89}">
      <dgm:prSet/>
      <dgm:spPr/>
      <dgm:t>
        <a:bodyPr/>
        <a:lstStyle/>
        <a:p>
          <a:pPr>
            <a:lnSpc>
              <a:spcPct val="100000"/>
            </a:lnSpc>
          </a:pPr>
          <a:r>
            <a:rPr lang="pt-PT"/>
            <a:t>Smartphones e Tablet: Android</a:t>
          </a:r>
          <a:endParaRPr lang="en-US"/>
        </a:p>
      </dgm:t>
    </dgm:pt>
    <dgm:pt modelId="{DB3516F8-0530-438D-8DC4-524B442F4FCC}" type="parTrans" cxnId="{D5127E00-D7A9-4500-AF55-ABD581471978}">
      <dgm:prSet/>
      <dgm:spPr/>
      <dgm:t>
        <a:bodyPr/>
        <a:lstStyle/>
        <a:p>
          <a:endParaRPr lang="en-US"/>
        </a:p>
      </dgm:t>
    </dgm:pt>
    <dgm:pt modelId="{B606D151-F6CA-40F6-8C90-7A161E81D66D}" type="sibTrans" cxnId="{D5127E00-D7A9-4500-AF55-ABD581471978}">
      <dgm:prSet/>
      <dgm:spPr/>
      <dgm:t>
        <a:bodyPr/>
        <a:lstStyle/>
        <a:p>
          <a:endParaRPr lang="en-US"/>
        </a:p>
      </dgm:t>
    </dgm:pt>
    <dgm:pt modelId="{FBA8FF9E-EE6E-4D8F-A25C-2F7597D70A14}" type="pres">
      <dgm:prSet presAssocID="{7279A0C4-D3C6-4D85-A583-4F23A9F3D395}" presName="root" presStyleCnt="0">
        <dgm:presLayoutVars>
          <dgm:dir/>
          <dgm:resizeHandles val="exact"/>
        </dgm:presLayoutVars>
      </dgm:prSet>
      <dgm:spPr/>
    </dgm:pt>
    <dgm:pt modelId="{F58C2269-96D2-4CBA-BCB1-DC991254B165}" type="pres">
      <dgm:prSet presAssocID="{3E305B47-2012-4718-A9ED-45E2BDB5DC09}" presName="compNode" presStyleCnt="0"/>
      <dgm:spPr/>
    </dgm:pt>
    <dgm:pt modelId="{BE0533C3-E05C-4EDC-996E-2623A34CE9DC}" type="pres">
      <dgm:prSet presAssocID="{3E305B47-2012-4718-A9ED-45E2BDB5DC09}" presName="bgRect" presStyleLbl="bgShp" presStyleIdx="0" presStyleCnt="2"/>
      <dgm:spPr/>
    </dgm:pt>
    <dgm:pt modelId="{092D7092-EF4B-4ED1-B821-0CD7BB66C4DE}" type="pres">
      <dgm:prSet presAssocID="{3E305B47-2012-4718-A9ED-45E2BDB5DC0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rtátil"/>
        </a:ext>
      </dgm:extLst>
    </dgm:pt>
    <dgm:pt modelId="{9A855B8C-41AC-4885-9002-DF6380AFE291}" type="pres">
      <dgm:prSet presAssocID="{3E305B47-2012-4718-A9ED-45E2BDB5DC09}" presName="spaceRect" presStyleCnt="0"/>
      <dgm:spPr/>
    </dgm:pt>
    <dgm:pt modelId="{2B8372A3-8814-4436-AB2D-AC4433D91A7D}" type="pres">
      <dgm:prSet presAssocID="{3E305B47-2012-4718-A9ED-45E2BDB5DC09}" presName="parTx" presStyleLbl="revTx" presStyleIdx="0" presStyleCnt="2">
        <dgm:presLayoutVars>
          <dgm:chMax val="0"/>
          <dgm:chPref val="0"/>
        </dgm:presLayoutVars>
      </dgm:prSet>
      <dgm:spPr/>
    </dgm:pt>
    <dgm:pt modelId="{A0466521-EA08-451A-BD5C-D8DED7C0897C}" type="pres">
      <dgm:prSet presAssocID="{4A55D28D-EF08-4072-A9EE-3FD55032C17C}" presName="sibTrans" presStyleCnt="0"/>
      <dgm:spPr/>
    </dgm:pt>
    <dgm:pt modelId="{6AAC9B6C-27C7-45C6-A9B5-2DD07AE55F26}" type="pres">
      <dgm:prSet presAssocID="{F819AEA7-414D-4D93-A568-BB77AAA7CB89}" presName="compNode" presStyleCnt="0"/>
      <dgm:spPr/>
    </dgm:pt>
    <dgm:pt modelId="{444CA201-4656-41CB-96F3-F41E7B6476D6}" type="pres">
      <dgm:prSet presAssocID="{F819AEA7-414D-4D93-A568-BB77AAA7CB89}" presName="bgRect" presStyleLbl="bgShp" presStyleIdx="1" presStyleCnt="2"/>
      <dgm:spPr/>
    </dgm:pt>
    <dgm:pt modelId="{2C7A218D-26C1-49BB-A8EB-10F77C99B7D9}" type="pres">
      <dgm:prSet presAssocID="{F819AEA7-414D-4D93-A568-BB77AAA7CB8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B2F64790-CE11-4844-9392-104CF43D5778}" type="pres">
      <dgm:prSet presAssocID="{F819AEA7-414D-4D93-A568-BB77AAA7CB89}" presName="spaceRect" presStyleCnt="0"/>
      <dgm:spPr/>
    </dgm:pt>
    <dgm:pt modelId="{B871A99B-31EB-44CE-A79B-6DDF9E8CC281}" type="pres">
      <dgm:prSet presAssocID="{F819AEA7-414D-4D93-A568-BB77AAA7CB89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D5127E00-D7A9-4500-AF55-ABD581471978}" srcId="{7279A0C4-D3C6-4D85-A583-4F23A9F3D395}" destId="{F819AEA7-414D-4D93-A568-BB77AAA7CB89}" srcOrd="1" destOrd="0" parTransId="{DB3516F8-0530-438D-8DC4-524B442F4FCC}" sibTransId="{B606D151-F6CA-40F6-8C90-7A161E81D66D}"/>
    <dgm:cxn modelId="{B1EED53C-7299-46C8-930A-7C442B17D922}" type="presOf" srcId="{7279A0C4-D3C6-4D85-A583-4F23A9F3D395}" destId="{FBA8FF9E-EE6E-4D8F-A25C-2F7597D70A14}" srcOrd="0" destOrd="0" presId="urn:microsoft.com/office/officeart/2018/2/layout/IconVerticalSolidList"/>
    <dgm:cxn modelId="{12170A93-4FD8-4DA0-83C2-0B59D0BF8772}" type="presOf" srcId="{3E305B47-2012-4718-A9ED-45E2BDB5DC09}" destId="{2B8372A3-8814-4436-AB2D-AC4433D91A7D}" srcOrd="0" destOrd="0" presId="urn:microsoft.com/office/officeart/2018/2/layout/IconVerticalSolidList"/>
    <dgm:cxn modelId="{114DB7BE-74FD-4A0E-9ABF-EC93B0F38D67}" srcId="{7279A0C4-D3C6-4D85-A583-4F23A9F3D395}" destId="{3E305B47-2012-4718-A9ED-45E2BDB5DC09}" srcOrd="0" destOrd="0" parTransId="{5E2EE0F9-A170-4FD5-A091-42063E02B2C0}" sibTransId="{4A55D28D-EF08-4072-A9EE-3FD55032C17C}"/>
    <dgm:cxn modelId="{19B758FA-F50B-495F-A247-EBF526981115}" type="presOf" srcId="{F819AEA7-414D-4D93-A568-BB77AAA7CB89}" destId="{B871A99B-31EB-44CE-A79B-6DDF9E8CC281}" srcOrd="0" destOrd="0" presId="urn:microsoft.com/office/officeart/2018/2/layout/IconVerticalSolidList"/>
    <dgm:cxn modelId="{B9AB3565-23C2-4239-A9F8-06F7B49B6876}" type="presParOf" srcId="{FBA8FF9E-EE6E-4D8F-A25C-2F7597D70A14}" destId="{F58C2269-96D2-4CBA-BCB1-DC991254B165}" srcOrd="0" destOrd="0" presId="urn:microsoft.com/office/officeart/2018/2/layout/IconVerticalSolidList"/>
    <dgm:cxn modelId="{5F9BA5B5-D4F5-4072-8BB4-F474421D9506}" type="presParOf" srcId="{F58C2269-96D2-4CBA-BCB1-DC991254B165}" destId="{BE0533C3-E05C-4EDC-996E-2623A34CE9DC}" srcOrd="0" destOrd="0" presId="urn:microsoft.com/office/officeart/2018/2/layout/IconVerticalSolidList"/>
    <dgm:cxn modelId="{189CCF6A-5B85-4D83-9E26-C7D399B27BB4}" type="presParOf" srcId="{F58C2269-96D2-4CBA-BCB1-DC991254B165}" destId="{092D7092-EF4B-4ED1-B821-0CD7BB66C4DE}" srcOrd="1" destOrd="0" presId="urn:microsoft.com/office/officeart/2018/2/layout/IconVerticalSolidList"/>
    <dgm:cxn modelId="{5E879484-334A-49D3-819E-43907015F923}" type="presParOf" srcId="{F58C2269-96D2-4CBA-BCB1-DC991254B165}" destId="{9A855B8C-41AC-4885-9002-DF6380AFE291}" srcOrd="2" destOrd="0" presId="urn:microsoft.com/office/officeart/2018/2/layout/IconVerticalSolidList"/>
    <dgm:cxn modelId="{96E6830F-717F-44F5-AA39-5C415002B717}" type="presParOf" srcId="{F58C2269-96D2-4CBA-BCB1-DC991254B165}" destId="{2B8372A3-8814-4436-AB2D-AC4433D91A7D}" srcOrd="3" destOrd="0" presId="urn:microsoft.com/office/officeart/2018/2/layout/IconVerticalSolidList"/>
    <dgm:cxn modelId="{24147320-1374-445A-B483-1F56E62FEC09}" type="presParOf" srcId="{FBA8FF9E-EE6E-4D8F-A25C-2F7597D70A14}" destId="{A0466521-EA08-451A-BD5C-D8DED7C0897C}" srcOrd="1" destOrd="0" presId="urn:microsoft.com/office/officeart/2018/2/layout/IconVerticalSolidList"/>
    <dgm:cxn modelId="{81C90CC9-27AE-4F57-8AA2-104D1951C024}" type="presParOf" srcId="{FBA8FF9E-EE6E-4D8F-A25C-2F7597D70A14}" destId="{6AAC9B6C-27C7-45C6-A9B5-2DD07AE55F26}" srcOrd="2" destOrd="0" presId="urn:microsoft.com/office/officeart/2018/2/layout/IconVerticalSolidList"/>
    <dgm:cxn modelId="{E4CD20F2-A70B-4D6F-92DD-2D9F1CFB7C77}" type="presParOf" srcId="{6AAC9B6C-27C7-45C6-A9B5-2DD07AE55F26}" destId="{444CA201-4656-41CB-96F3-F41E7B6476D6}" srcOrd="0" destOrd="0" presId="urn:microsoft.com/office/officeart/2018/2/layout/IconVerticalSolidList"/>
    <dgm:cxn modelId="{10C81EC2-22E8-4E1A-B351-EEF66CE64820}" type="presParOf" srcId="{6AAC9B6C-27C7-45C6-A9B5-2DD07AE55F26}" destId="{2C7A218D-26C1-49BB-A8EB-10F77C99B7D9}" srcOrd="1" destOrd="0" presId="urn:microsoft.com/office/officeart/2018/2/layout/IconVerticalSolidList"/>
    <dgm:cxn modelId="{9B3A6BE3-E9A8-4120-A4AB-965D81330A47}" type="presParOf" srcId="{6AAC9B6C-27C7-45C6-A9B5-2DD07AE55F26}" destId="{B2F64790-CE11-4844-9392-104CF43D5778}" srcOrd="2" destOrd="0" presId="urn:microsoft.com/office/officeart/2018/2/layout/IconVerticalSolidList"/>
    <dgm:cxn modelId="{04799B28-14D9-44F1-AA68-FA8050032521}" type="presParOf" srcId="{6AAC9B6C-27C7-45C6-A9B5-2DD07AE55F26}" destId="{B871A99B-31EB-44CE-A79B-6DDF9E8CC28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2BCA8CD-7A73-4F49-B277-8DB2C7B2403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5FADBBE-BA92-408B-BF5F-4B8BC49DFF4F}">
      <dgm:prSet/>
      <dgm:spPr/>
      <dgm:t>
        <a:bodyPr/>
        <a:lstStyle/>
        <a:p>
          <a:pPr>
            <a:lnSpc>
              <a:spcPct val="100000"/>
            </a:lnSpc>
          </a:pPr>
          <a:r>
            <a:rPr lang="pt-PT" dirty="0"/>
            <a:t>É utilizado o Word da Microsoft para relatórios de serviço.</a:t>
          </a:r>
          <a:endParaRPr lang="en-US" dirty="0"/>
        </a:p>
      </dgm:t>
    </dgm:pt>
    <dgm:pt modelId="{841D66D1-C7E0-429F-B6D3-2307D8346D05}" type="parTrans" cxnId="{01236414-A152-4919-9EF0-A2FAD19D7C3C}">
      <dgm:prSet/>
      <dgm:spPr/>
      <dgm:t>
        <a:bodyPr/>
        <a:lstStyle/>
        <a:p>
          <a:endParaRPr lang="en-US"/>
        </a:p>
      </dgm:t>
    </dgm:pt>
    <dgm:pt modelId="{AF00AD9A-38C7-4A7A-8C6B-488E7B24029A}" type="sibTrans" cxnId="{01236414-A152-4919-9EF0-A2FAD19D7C3C}">
      <dgm:prSet/>
      <dgm:spPr/>
      <dgm:t>
        <a:bodyPr/>
        <a:lstStyle/>
        <a:p>
          <a:endParaRPr lang="en-US"/>
        </a:p>
      </dgm:t>
    </dgm:pt>
    <dgm:pt modelId="{B6249339-8280-4E80-B798-C93DC4C49D07}" type="pres">
      <dgm:prSet presAssocID="{D2BCA8CD-7A73-4F49-B277-8DB2C7B24035}" presName="root" presStyleCnt="0">
        <dgm:presLayoutVars>
          <dgm:dir/>
          <dgm:resizeHandles val="exact"/>
        </dgm:presLayoutVars>
      </dgm:prSet>
      <dgm:spPr/>
    </dgm:pt>
    <dgm:pt modelId="{9E1841C6-CDFC-41BE-99CD-325AD3A6E5B0}" type="pres">
      <dgm:prSet presAssocID="{85FADBBE-BA92-408B-BF5F-4B8BC49DFF4F}" presName="compNode" presStyleCnt="0"/>
      <dgm:spPr/>
    </dgm:pt>
    <dgm:pt modelId="{AAA6C1DB-C31E-4420-9C3B-A906C40D066F}" type="pres">
      <dgm:prSet presAssocID="{85FADBBE-BA92-408B-BF5F-4B8BC49DFF4F}" presName="bgRect" presStyleLbl="bgShp" presStyleIdx="0" presStyleCnt="1"/>
      <dgm:spPr/>
    </dgm:pt>
    <dgm:pt modelId="{730F5ACF-F88A-4D04-AB2E-EE558DCD76B7}" type="pres">
      <dgm:prSet presAssocID="{85FADBBE-BA92-408B-BF5F-4B8BC49DFF4F}" presName="iconRect" presStyleLbl="node1" presStyleIdx="0" presStyleCnt="1"/>
      <dgm:spPr>
        <a:blipFill>
          <a:blip xmlns:r="http://schemas.openxmlformats.org/officeDocument/2006/relationships" r:embed="rId1"/>
          <a:srcRect/>
          <a:stretch>
            <a:fillRect l="-2000" r="-2000"/>
          </a:stretch>
        </a:blipFill>
      </dgm:spPr>
    </dgm:pt>
    <dgm:pt modelId="{F77AFE9B-CDCC-4A24-81C0-686D9AC3CC6B}" type="pres">
      <dgm:prSet presAssocID="{85FADBBE-BA92-408B-BF5F-4B8BC49DFF4F}" presName="spaceRect" presStyleCnt="0"/>
      <dgm:spPr/>
    </dgm:pt>
    <dgm:pt modelId="{B4949EA6-2914-4FA4-B109-01AE38C9C4BE}" type="pres">
      <dgm:prSet presAssocID="{85FADBBE-BA92-408B-BF5F-4B8BC49DFF4F}" presName="parTx" presStyleLbl="revTx" presStyleIdx="0" presStyleCnt="1">
        <dgm:presLayoutVars>
          <dgm:chMax val="0"/>
          <dgm:chPref val="0"/>
        </dgm:presLayoutVars>
      </dgm:prSet>
      <dgm:spPr/>
    </dgm:pt>
  </dgm:ptLst>
  <dgm:cxnLst>
    <dgm:cxn modelId="{23916409-1563-453D-B58A-B0E83F87E116}" type="presOf" srcId="{D2BCA8CD-7A73-4F49-B277-8DB2C7B24035}" destId="{B6249339-8280-4E80-B798-C93DC4C49D07}" srcOrd="0" destOrd="0" presId="urn:microsoft.com/office/officeart/2018/2/layout/IconVerticalSolidList"/>
    <dgm:cxn modelId="{01236414-A152-4919-9EF0-A2FAD19D7C3C}" srcId="{D2BCA8CD-7A73-4F49-B277-8DB2C7B24035}" destId="{85FADBBE-BA92-408B-BF5F-4B8BC49DFF4F}" srcOrd="0" destOrd="0" parTransId="{841D66D1-C7E0-429F-B6D3-2307D8346D05}" sibTransId="{AF00AD9A-38C7-4A7A-8C6B-488E7B24029A}"/>
    <dgm:cxn modelId="{2824AC3F-F9C9-412A-90A5-2F1CBD558231}" type="presOf" srcId="{85FADBBE-BA92-408B-BF5F-4B8BC49DFF4F}" destId="{B4949EA6-2914-4FA4-B109-01AE38C9C4BE}" srcOrd="0" destOrd="0" presId="urn:microsoft.com/office/officeart/2018/2/layout/IconVerticalSolidList"/>
    <dgm:cxn modelId="{96C60C64-51BA-41DA-93DA-23781CDCAE3A}" type="presParOf" srcId="{B6249339-8280-4E80-B798-C93DC4C49D07}" destId="{9E1841C6-CDFC-41BE-99CD-325AD3A6E5B0}" srcOrd="0" destOrd="0" presId="urn:microsoft.com/office/officeart/2018/2/layout/IconVerticalSolidList"/>
    <dgm:cxn modelId="{6E6229E1-C5B8-4D1B-ADEF-C0D61170C35F}" type="presParOf" srcId="{9E1841C6-CDFC-41BE-99CD-325AD3A6E5B0}" destId="{AAA6C1DB-C31E-4420-9C3B-A906C40D066F}" srcOrd="0" destOrd="0" presId="urn:microsoft.com/office/officeart/2018/2/layout/IconVerticalSolidList"/>
    <dgm:cxn modelId="{1E15108E-D8F1-42F4-89F8-4A9B4CAA7859}" type="presParOf" srcId="{9E1841C6-CDFC-41BE-99CD-325AD3A6E5B0}" destId="{730F5ACF-F88A-4D04-AB2E-EE558DCD76B7}" srcOrd="1" destOrd="0" presId="urn:microsoft.com/office/officeart/2018/2/layout/IconVerticalSolidList"/>
    <dgm:cxn modelId="{2D894D5E-C979-4273-BC93-2858DA61AFFE}" type="presParOf" srcId="{9E1841C6-CDFC-41BE-99CD-325AD3A6E5B0}" destId="{F77AFE9B-CDCC-4A24-81C0-686D9AC3CC6B}" srcOrd="2" destOrd="0" presId="urn:microsoft.com/office/officeart/2018/2/layout/IconVerticalSolidList"/>
    <dgm:cxn modelId="{809FBED7-4C05-431D-9E9D-267023C92F05}" type="presParOf" srcId="{9E1841C6-CDFC-41BE-99CD-325AD3A6E5B0}" destId="{B4949EA6-2914-4FA4-B109-01AE38C9C4B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069755E-F3FE-4BE2-975E-3ED9F9FEF68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38926F4-0A23-4AC5-8677-89DE69EC684D}">
      <dgm:prSet/>
      <dgm:spPr/>
      <dgm:t>
        <a:bodyPr/>
        <a:lstStyle/>
        <a:p>
          <a:r>
            <a:rPr lang="pt-PT" b="1"/>
            <a:t>Rede Wireless</a:t>
          </a:r>
          <a:r>
            <a:rPr lang="pt-PT"/>
            <a:t>: Utilizada para partilha eficiente de ficheiros.</a:t>
          </a:r>
          <a:endParaRPr lang="en-US"/>
        </a:p>
      </dgm:t>
    </dgm:pt>
    <dgm:pt modelId="{770DA0B3-E137-432E-BD2B-E8CD48AB8503}" type="parTrans" cxnId="{4EAE7D05-9CF9-481D-8213-93DA02784594}">
      <dgm:prSet/>
      <dgm:spPr/>
      <dgm:t>
        <a:bodyPr/>
        <a:lstStyle/>
        <a:p>
          <a:endParaRPr lang="en-US"/>
        </a:p>
      </dgm:t>
    </dgm:pt>
    <dgm:pt modelId="{078D34B2-524D-4814-AD82-665545079D2A}" type="sibTrans" cxnId="{4EAE7D05-9CF9-481D-8213-93DA02784594}">
      <dgm:prSet/>
      <dgm:spPr/>
      <dgm:t>
        <a:bodyPr/>
        <a:lstStyle/>
        <a:p>
          <a:endParaRPr lang="en-US"/>
        </a:p>
      </dgm:t>
    </dgm:pt>
    <dgm:pt modelId="{58316293-C2EE-4739-BE76-D54C33E10CD3}">
      <dgm:prSet/>
      <dgm:spPr/>
      <dgm:t>
        <a:bodyPr/>
        <a:lstStyle/>
        <a:p>
          <a:r>
            <a:rPr lang="pt-PT" b="1"/>
            <a:t>Routers</a:t>
          </a:r>
          <a:r>
            <a:rPr lang="pt-PT"/>
            <a:t>: </a:t>
          </a:r>
          <a:r>
            <a:rPr lang="pt-PT" b="1"/>
            <a:t>Huawei GIGABIT </a:t>
          </a:r>
          <a:r>
            <a:rPr lang="pt-PT"/>
            <a:t>e </a:t>
          </a:r>
          <a:r>
            <a:rPr lang="pt-PT" b="1"/>
            <a:t>Meo FiberGateway </a:t>
          </a:r>
          <a:r>
            <a:rPr lang="pt-PT"/>
            <a:t>garantem conectividade robusta.</a:t>
          </a:r>
          <a:endParaRPr lang="en-US"/>
        </a:p>
      </dgm:t>
    </dgm:pt>
    <dgm:pt modelId="{2D3B4478-671D-4806-A0AE-52ED89F598DE}" type="parTrans" cxnId="{CE2E5088-087C-4D1C-B153-A5049D59A041}">
      <dgm:prSet/>
      <dgm:spPr/>
      <dgm:t>
        <a:bodyPr/>
        <a:lstStyle/>
        <a:p>
          <a:endParaRPr lang="en-US"/>
        </a:p>
      </dgm:t>
    </dgm:pt>
    <dgm:pt modelId="{ED1BEB38-FA1B-4527-A3CB-01AE7FDE22F3}" type="sibTrans" cxnId="{CE2E5088-087C-4D1C-B153-A5049D59A041}">
      <dgm:prSet/>
      <dgm:spPr/>
      <dgm:t>
        <a:bodyPr/>
        <a:lstStyle/>
        <a:p>
          <a:endParaRPr lang="en-US"/>
        </a:p>
      </dgm:t>
    </dgm:pt>
    <dgm:pt modelId="{EBD4399D-5F9D-4ED3-ACDF-FCD13AD0AF57}">
      <dgm:prSet/>
      <dgm:spPr/>
      <dgm:t>
        <a:bodyPr/>
        <a:lstStyle/>
        <a:p>
          <a:r>
            <a:rPr lang="pt-PT" b="1"/>
            <a:t>Switch</a:t>
          </a:r>
          <a:r>
            <a:rPr lang="pt-PT"/>
            <a:t>: </a:t>
          </a:r>
          <a:r>
            <a:rPr lang="pt-PT" b="1"/>
            <a:t>TP-LINK</a:t>
          </a:r>
          <a:r>
            <a:rPr lang="pt-PT"/>
            <a:t> assegura a gestão de tráfego de rede.</a:t>
          </a:r>
          <a:endParaRPr lang="en-US"/>
        </a:p>
      </dgm:t>
    </dgm:pt>
    <dgm:pt modelId="{8ED1DCC1-23E0-44EA-AEA7-36C9EB1656F2}" type="parTrans" cxnId="{A551E847-D4F8-4E65-A9DF-33BD198E4917}">
      <dgm:prSet/>
      <dgm:spPr/>
      <dgm:t>
        <a:bodyPr/>
        <a:lstStyle/>
        <a:p>
          <a:endParaRPr lang="en-US"/>
        </a:p>
      </dgm:t>
    </dgm:pt>
    <dgm:pt modelId="{0DCB0D64-06CC-49F6-9523-F6AC9D63CE01}" type="sibTrans" cxnId="{A551E847-D4F8-4E65-A9DF-33BD198E4917}">
      <dgm:prSet/>
      <dgm:spPr/>
      <dgm:t>
        <a:bodyPr/>
        <a:lstStyle/>
        <a:p>
          <a:endParaRPr lang="en-US"/>
        </a:p>
      </dgm:t>
    </dgm:pt>
    <dgm:pt modelId="{3F132009-6D5D-41BC-9B91-3F4A518E3595}" type="pres">
      <dgm:prSet presAssocID="{9069755E-F3FE-4BE2-975E-3ED9F9FEF683}" presName="root" presStyleCnt="0">
        <dgm:presLayoutVars>
          <dgm:dir/>
          <dgm:resizeHandles val="exact"/>
        </dgm:presLayoutVars>
      </dgm:prSet>
      <dgm:spPr/>
    </dgm:pt>
    <dgm:pt modelId="{90633ACC-6FA2-49A4-9551-A7F5CEDE91C2}" type="pres">
      <dgm:prSet presAssocID="{B38926F4-0A23-4AC5-8677-89DE69EC684D}" presName="compNode" presStyleCnt="0"/>
      <dgm:spPr/>
    </dgm:pt>
    <dgm:pt modelId="{5D821E2C-FF42-4501-AF42-CEB32605D6F3}" type="pres">
      <dgm:prSet presAssocID="{B38926F4-0A23-4AC5-8677-89DE69EC684D}" presName="bgRect" presStyleLbl="bgShp" presStyleIdx="0" presStyleCnt="3"/>
      <dgm:spPr/>
    </dgm:pt>
    <dgm:pt modelId="{2105B926-005C-4BBD-B135-D66E90046982}" type="pres">
      <dgm:prSet presAssocID="{B38926F4-0A23-4AC5-8677-89DE69EC684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m Fios"/>
        </a:ext>
      </dgm:extLst>
    </dgm:pt>
    <dgm:pt modelId="{E40F7456-969E-4DE0-9F09-D23F6D6ECD77}" type="pres">
      <dgm:prSet presAssocID="{B38926F4-0A23-4AC5-8677-89DE69EC684D}" presName="spaceRect" presStyleCnt="0"/>
      <dgm:spPr/>
    </dgm:pt>
    <dgm:pt modelId="{AEFA77AB-E4D4-4A22-9582-2691FD108D98}" type="pres">
      <dgm:prSet presAssocID="{B38926F4-0A23-4AC5-8677-89DE69EC684D}" presName="parTx" presStyleLbl="revTx" presStyleIdx="0" presStyleCnt="3">
        <dgm:presLayoutVars>
          <dgm:chMax val="0"/>
          <dgm:chPref val="0"/>
        </dgm:presLayoutVars>
      </dgm:prSet>
      <dgm:spPr/>
    </dgm:pt>
    <dgm:pt modelId="{A6626004-C74F-4ABC-AD45-F729082719AF}" type="pres">
      <dgm:prSet presAssocID="{078D34B2-524D-4814-AD82-665545079D2A}" presName="sibTrans" presStyleCnt="0"/>
      <dgm:spPr/>
    </dgm:pt>
    <dgm:pt modelId="{004640BC-E0AE-4E91-9492-DA5BFC3F46CB}" type="pres">
      <dgm:prSet presAssocID="{58316293-C2EE-4739-BE76-D54C33E10CD3}" presName="compNode" presStyleCnt="0"/>
      <dgm:spPr/>
    </dgm:pt>
    <dgm:pt modelId="{8C7D0CC3-4000-47AA-97B8-47EE6566C903}" type="pres">
      <dgm:prSet presAssocID="{58316293-C2EE-4739-BE76-D54C33E10CD3}" presName="bgRect" presStyleLbl="bgShp" presStyleIdx="1" presStyleCnt="3"/>
      <dgm:spPr/>
    </dgm:pt>
    <dgm:pt modelId="{53527438-9E45-4D12-84CE-49F5E8502548}" type="pres">
      <dgm:prSet presAssocID="{58316293-C2EE-4739-BE76-D54C33E10CD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A1710C5F-1096-4442-9826-70D147A05D15}" type="pres">
      <dgm:prSet presAssocID="{58316293-C2EE-4739-BE76-D54C33E10CD3}" presName="spaceRect" presStyleCnt="0"/>
      <dgm:spPr/>
    </dgm:pt>
    <dgm:pt modelId="{5818C06C-87DD-479A-B0B8-B01576549873}" type="pres">
      <dgm:prSet presAssocID="{58316293-C2EE-4739-BE76-D54C33E10CD3}" presName="parTx" presStyleLbl="revTx" presStyleIdx="1" presStyleCnt="3">
        <dgm:presLayoutVars>
          <dgm:chMax val="0"/>
          <dgm:chPref val="0"/>
        </dgm:presLayoutVars>
      </dgm:prSet>
      <dgm:spPr/>
    </dgm:pt>
    <dgm:pt modelId="{F48FA4C1-72CC-4B61-8710-08CD6A06ACC7}" type="pres">
      <dgm:prSet presAssocID="{ED1BEB38-FA1B-4527-A3CB-01AE7FDE22F3}" presName="sibTrans" presStyleCnt="0"/>
      <dgm:spPr/>
    </dgm:pt>
    <dgm:pt modelId="{EF344B6A-B643-4E4B-8966-FFE0A0EECA71}" type="pres">
      <dgm:prSet presAssocID="{EBD4399D-5F9D-4ED3-ACDF-FCD13AD0AF57}" presName="compNode" presStyleCnt="0"/>
      <dgm:spPr/>
    </dgm:pt>
    <dgm:pt modelId="{05032F77-5DF7-4EF8-BFD3-1D5CFB0AE65D}" type="pres">
      <dgm:prSet presAssocID="{EBD4399D-5F9D-4ED3-ACDF-FCD13AD0AF57}" presName="bgRect" presStyleLbl="bgShp" presStyleIdx="2" presStyleCnt="3"/>
      <dgm:spPr/>
    </dgm:pt>
    <dgm:pt modelId="{82D9BF6A-81AD-441B-8417-D726D694989E}" type="pres">
      <dgm:prSet presAssocID="{EBD4399D-5F9D-4ED3-ACDF-FCD13AD0AF5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uxograma"/>
        </a:ext>
      </dgm:extLst>
    </dgm:pt>
    <dgm:pt modelId="{34A7DEEA-0E7D-423F-805F-F8987C144745}" type="pres">
      <dgm:prSet presAssocID="{EBD4399D-5F9D-4ED3-ACDF-FCD13AD0AF57}" presName="spaceRect" presStyleCnt="0"/>
      <dgm:spPr/>
    </dgm:pt>
    <dgm:pt modelId="{7F79ED34-7423-470E-A9F3-7C42ECF385F8}" type="pres">
      <dgm:prSet presAssocID="{EBD4399D-5F9D-4ED3-ACDF-FCD13AD0AF5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EAE7D05-9CF9-481D-8213-93DA02784594}" srcId="{9069755E-F3FE-4BE2-975E-3ED9F9FEF683}" destId="{B38926F4-0A23-4AC5-8677-89DE69EC684D}" srcOrd="0" destOrd="0" parTransId="{770DA0B3-E137-432E-BD2B-E8CD48AB8503}" sibTransId="{078D34B2-524D-4814-AD82-665545079D2A}"/>
    <dgm:cxn modelId="{0B37A143-B173-495D-A2BF-4EA3871FFD78}" type="presOf" srcId="{58316293-C2EE-4739-BE76-D54C33E10CD3}" destId="{5818C06C-87DD-479A-B0B8-B01576549873}" srcOrd="0" destOrd="0" presId="urn:microsoft.com/office/officeart/2018/2/layout/IconVerticalSolidList"/>
    <dgm:cxn modelId="{A551E847-D4F8-4E65-A9DF-33BD198E4917}" srcId="{9069755E-F3FE-4BE2-975E-3ED9F9FEF683}" destId="{EBD4399D-5F9D-4ED3-ACDF-FCD13AD0AF57}" srcOrd="2" destOrd="0" parTransId="{8ED1DCC1-23E0-44EA-AEA7-36C9EB1656F2}" sibTransId="{0DCB0D64-06CC-49F6-9523-F6AC9D63CE01}"/>
    <dgm:cxn modelId="{CE2E5088-087C-4D1C-B153-A5049D59A041}" srcId="{9069755E-F3FE-4BE2-975E-3ED9F9FEF683}" destId="{58316293-C2EE-4739-BE76-D54C33E10CD3}" srcOrd="1" destOrd="0" parTransId="{2D3B4478-671D-4806-A0AE-52ED89F598DE}" sibTransId="{ED1BEB38-FA1B-4527-A3CB-01AE7FDE22F3}"/>
    <dgm:cxn modelId="{80AE50B3-33D8-478E-9822-DCFD1932AB30}" type="presOf" srcId="{9069755E-F3FE-4BE2-975E-3ED9F9FEF683}" destId="{3F132009-6D5D-41BC-9B91-3F4A518E3595}" srcOrd="0" destOrd="0" presId="urn:microsoft.com/office/officeart/2018/2/layout/IconVerticalSolidList"/>
    <dgm:cxn modelId="{50CA90BE-FF15-49B0-8C62-4750FF335825}" type="presOf" srcId="{B38926F4-0A23-4AC5-8677-89DE69EC684D}" destId="{AEFA77AB-E4D4-4A22-9582-2691FD108D98}" srcOrd="0" destOrd="0" presId="urn:microsoft.com/office/officeart/2018/2/layout/IconVerticalSolidList"/>
    <dgm:cxn modelId="{5F7C50E4-B74F-47E2-B4CB-20F8CE9002BA}" type="presOf" srcId="{EBD4399D-5F9D-4ED3-ACDF-FCD13AD0AF57}" destId="{7F79ED34-7423-470E-A9F3-7C42ECF385F8}" srcOrd="0" destOrd="0" presId="urn:microsoft.com/office/officeart/2018/2/layout/IconVerticalSolidList"/>
    <dgm:cxn modelId="{734E53B3-3084-4FA9-BDB4-9B70140ED2DB}" type="presParOf" srcId="{3F132009-6D5D-41BC-9B91-3F4A518E3595}" destId="{90633ACC-6FA2-49A4-9551-A7F5CEDE91C2}" srcOrd="0" destOrd="0" presId="urn:microsoft.com/office/officeart/2018/2/layout/IconVerticalSolidList"/>
    <dgm:cxn modelId="{0CC5EF93-2EA1-4CCA-AB1F-F9936DC90C29}" type="presParOf" srcId="{90633ACC-6FA2-49A4-9551-A7F5CEDE91C2}" destId="{5D821E2C-FF42-4501-AF42-CEB32605D6F3}" srcOrd="0" destOrd="0" presId="urn:microsoft.com/office/officeart/2018/2/layout/IconVerticalSolidList"/>
    <dgm:cxn modelId="{2F0D0F2B-775D-41A6-99C1-940F4DDADE97}" type="presParOf" srcId="{90633ACC-6FA2-49A4-9551-A7F5CEDE91C2}" destId="{2105B926-005C-4BBD-B135-D66E90046982}" srcOrd="1" destOrd="0" presId="urn:microsoft.com/office/officeart/2018/2/layout/IconVerticalSolidList"/>
    <dgm:cxn modelId="{E3AA8488-E70C-4F51-A280-91459639D5F5}" type="presParOf" srcId="{90633ACC-6FA2-49A4-9551-A7F5CEDE91C2}" destId="{E40F7456-969E-4DE0-9F09-D23F6D6ECD77}" srcOrd="2" destOrd="0" presId="urn:microsoft.com/office/officeart/2018/2/layout/IconVerticalSolidList"/>
    <dgm:cxn modelId="{79EA2E0B-BE04-46EA-8E1B-1D6813ECAA01}" type="presParOf" srcId="{90633ACC-6FA2-49A4-9551-A7F5CEDE91C2}" destId="{AEFA77AB-E4D4-4A22-9582-2691FD108D98}" srcOrd="3" destOrd="0" presId="urn:microsoft.com/office/officeart/2018/2/layout/IconVerticalSolidList"/>
    <dgm:cxn modelId="{BBE04AF7-03E6-401E-B3DD-6CC25E03DCE5}" type="presParOf" srcId="{3F132009-6D5D-41BC-9B91-3F4A518E3595}" destId="{A6626004-C74F-4ABC-AD45-F729082719AF}" srcOrd="1" destOrd="0" presId="urn:microsoft.com/office/officeart/2018/2/layout/IconVerticalSolidList"/>
    <dgm:cxn modelId="{56D70D4D-E73E-456B-AD6B-92581CB13CE2}" type="presParOf" srcId="{3F132009-6D5D-41BC-9B91-3F4A518E3595}" destId="{004640BC-E0AE-4E91-9492-DA5BFC3F46CB}" srcOrd="2" destOrd="0" presId="urn:microsoft.com/office/officeart/2018/2/layout/IconVerticalSolidList"/>
    <dgm:cxn modelId="{617B720A-BF35-449E-85D3-4852E5C3C894}" type="presParOf" srcId="{004640BC-E0AE-4E91-9492-DA5BFC3F46CB}" destId="{8C7D0CC3-4000-47AA-97B8-47EE6566C903}" srcOrd="0" destOrd="0" presId="urn:microsoft.com/office/officeart/2018/2/layout/IconVerticalSolidList"/>
    <dgm:cxn modelId="{51C01388-DA5F-4DB8-9F8E-F6343A489AC8}" type="presParOf" srcId="{004640BC-E0AE-4E91-9492-DA5BFC3F46CB}" destId="{53527438-9E45-4D12-84CE-49F5E8502548}" srcOrd="1" destOrd="0" presId="urn:microsoft.com/office/officeart/2018/2/layout/IconVerticalSolidList"/>
    <dgm:cxn modelId="{82B81044-4C80-4815-A85F-AE4D26FE1B56}" type="presParOf" srcId="{004640BC-E0AE-4E91-9492-DA5BFC3F46CB}" destId="{A1710C5F-1096-4442-9826-70D147A05D15}" srcOrd="2" destOrd="0" presId="urn:microsoft.com/office/officeart/2018/2/layout/IconVerticalSolidList"/>
    <dgm:cxn modelId="{7680F7B0-24E6-456E-9BC3-DDCC792FF25C}" type="presParOf" srcId="{004640BC-E0AE-4E91-9492-DA5BFC3F46CB}" destId="{5818C06C-87DD-479A-B0B8-B01576549873}" srcOrd="3" destOrd="0" presId="urn:microsoft.com/office/officeart/2018/2/layout/IconVerticalSolidList"/>
    <dgm:cxn modelId="{B05630B0-180B-4389-A9C3-9213FD29C46D}" type="presParOf" srcId="{3F132009-6D5D-41BC-9B91-3F4A518E3595}" destId="{F48FA4C1-72CC-4B61-8710-08CD6A06ACC7}" srcOrd="3" destOrd="0" presId="urn:microsoft.com/office/officeart/2018/2/layout/IconVerticalSolidList"/>
    <dgm:cxn modelId="{6E19786C-ED8A-483B-96A9-C5384A48042B}" type="presParOf" srcId="{3F132009-6D5D-41BC-9B91-3F4A518E3595}" destId="{EF344B6A-B643-4E4B-8966-FFE0A0EECA71}" srcOrd="4" destOrd="0" presId="urn:microsoft.com/office/officeart/2018/2/layout/IconVerticalSolidList"/>
    <dgm:cxn modelId="{E962F726-D090-4224-ABBD-497CB3328FE3}" type="presParOf" srcId="{EF344B6A-B643-4E4B-8966-FFE0A0EECA71}" destId="{05032F77-5DF7-4EF8-BFD3-1D5CFB0AE65D}" srcOrd="0" destOrd="0" presId="urn:microsoft.com/office/officeart/2018/2/layout/IconVerticalSolidList"/>
    <dgm:cxn modelId="{9F17A1D2-2250-4009-B6AC-286DABC13C85}" type="presParOf" srcId="{EF344B6A-B643-4E4B-8966-FFE0A0EECA71}" destId="{82D9BF6A-81AD-441B-8417-D726D694989E}" srcOrd="1" destOrd="0" presId="urn:microsoft.com/office/officeart/2018/2/layout/IconVerticalSolidList"/>
    <dgm:cxn modelId="{163A392F-75B7-4A6D-9535-B78F1177F4CB}" type="presParOf" srcId="{EF344B6A-B643-4E4B-8966-FFE0A0EECA71}" destId="{34A7DEEA-0E7D-423F-805F-F8987C144745}" srcOrd="2" destOrd="0" presId="urn:microsoft.com/office/officeart/2018/2/layout/IconVerticalSolidList"/>
    <dgm:cxn modelId="{A7F7B166-D8F8-4F43-8CA5-9E8D73559D03}" type="presParOf" srcId="{EF344B6A-B643-4E4B-8966-FFE0A0EECA71}" destId="{7F79ED34-7423-470E-A9F3-7C42ECF385F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6CB867E-7086-451D-BD1A-1C4561A960C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6FE9ADD-C2D5-4656-AE11-6C3AA8467BC5}">
      <dgm:prSet/>
      <dgm:spPr/>
      <dgm:t>
        <a:bodyPr/>
        <a:lstStyle/>
        <a:p>
          <a:r>
            <a:rPr lang="pt-PT" b="1"/>
            <a:t>Colaborador Externo</a:t>
          </a:r>
          <a:endParaRPr lang="en-US"/>
        </a:p>
      </dgm:t>
    </dgm:pt>
    <dgm:pt modelId="{9ADD2FF1-CEFB-4840-8640-94EBB8E72309}" type="parTrans" cxnId="{19B6DD04-8E4A-465E-9314-DD8219BAAA6C}">
      <dgm:prSet/>
      <dgm:spPr/>
      <dgm:t>
        <a:bodyPr/>
        <a:lstStyle/>
        <a:p>
          <a:endParaRPr lang="en-US"/>
        </a:p>
      </dgm:t>
    </dgm:pt>
    <dgm:pt modelId="{72C27AED-8F19-49B8-BE40-86A88FDA3929}" type="sibTrans" cxnId="{19B6DD04-8E4A-465E-9314-DD8219BAAA6C}">
      <dgm:prSet/>
      <dgm:spPr/>
      <dgm:t>
        <a:bodyPr/>
        <a:lstStyle/>
        <a:p>
          <a:endParaRPr lang="en-US"/>
        </a:p>
      </dgm:t>
    </dgm:pt>
    <dgm:pt modelId="{0A5BF9A1-B844-4CDF-AA58-4362253F416A}">
      <dgm:prSet/>
      <dgm:spPr/>
      <dgm:t>
        <a:bodyPr/>
        <a:lstStyle/>
        <a:p>
          <a:r>
            <a:rPr lang="pt-PT" b="1"/>
            <a:t>Suporte Moloni</a:t>
          </a:r>
          <a:r>
            <a:rPr lang="pt-PT"/>
            <a:t>: Empresa dedicada ao suporte do </a:t>
          </a:r>
          <a:r>
            <a:rPr lang="pt-PT" b="1"/>
            <a:t>software Moloni</a:t>
          </a:r>
          <a:r>
            <a:rPr lang="pt-PT"/>
            <a:t>.</a:t>
          </a:r>
          <a:endParaRPr lang="en-US"/>
        </a:p>
      </dgm:t>
    </dgm:pt>
    <dgm:pt modelId="{3364CD45-60C0-43CC-9A6F-C09724AD5E4C}" type="parTrans" cxnId="{10C1C91B-685E-409C-9E32-5477118E00F5}">
      <dgm:prSet/>
      <dgm:spPr/>
      <dgm:t>
        <a:bodyPr/>
        <a:lstStyle/>
        <a:p>
          <a:endParaRPr lang="en-US"/>
        </a:p>
      </dgm:t>
    </dgm:pt>
    <dgm:pt modelId="{84A48605-4012-4146-9BA6-DF34BF9D35F4}" type="sibTrans" cxnId="{10C1C91B-685E-409C-9E32-5477118E00F5}">
      <dgm:prSet/>
      <dgm:spPr/>
      <dgm:t>
        <a:bodyPr/>
        <a:lstStyle/>
        <a:p>
          <a:endParaRPr lang="en-US"/>
        </a:p>
      </dgm:t>
    </dgm:pt>
    <dgm:pt modelId="{9F75671C-BD42-429B-BCB6-49CFEFDF5C86}" type="pres">
      <dgm:prSet presAssocID="{46CB867E-7086-451D-BD1A-1C4561A960C9}" presName="root" presStyleCnt="0">
        <dgm:presLayoutVars>
          <dgm:dir/>
          <dgm:resizeHandles val="exact"/>
        </dgm:presLayoutVars>
      </dgm:prSet>
      <dgm:spPr/>
    </dgm:pt>
    <dgm:pt modelId="{00C15A1F-F5F1-4C2C-A2C6-C156D18105A3}" type="pres">
      <dgm:prSet presAssocID="{B6FE9ADD-C2D5-4656-AE11-6C3AA8467BC5}" presName="compNode" presStyleCnt="0"/>
      <dgm:spPr/>
    </dgm:pt>
    <dgm:pt modelId="{E822BFF6-CE4A-4880-9ECF-AAAADFE44B8F}" type="pres">
      <dgm:prSet presAssocID="{B6FE9ADD-C2D5-4656-AE11-6C3AA8467BC5}" presName="bgRect" presStyleLbl="bgShp" presStyleIdx="0" presStyleCnt="2"/>
      <dgm:spPr/>
    </dgm:pt>
    <dgm:pt modelId="{51F6EA2E-144C-441C-A3A7-03B054A2034A}" type="pres">
      <dgm:prSet presAssocID="{B6FE9ADD-C2D5-4656-AE11-6C3AA8467BC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erto de mão"/>
        </a:ext>
      </dgm:extLst>
    </dgm:pt>
    <dgm:pt modelId="{D679C133-0383-47DA-8744-244B7810EE2B}" type="pres">
      <dgm:prSet presAssocID="{B6FE9ADD-C2D5-4656-AE11-6C3AA8467BC5}" presName="spaceRect" presStyleCnt="0"/>
      <dgm:spPr/>
    </dgm:pt>
    <dgm:pt modelId="{C1C331EF-2DCF-416F-BDA7-429F25108841}" type="pres">
      <dgm:prSet presAssocID="{B6FE9ADD-C2D5-4656-AE11-6C3AA8467BC5}" presName="parTx" presStyleLbl="revTx" presStyleIdx="0" presStyleCnt="2">
        <dgm:presLayoutVars>
          <dgm:chMax val="0"/>
          <dgm:chPref val="0"/>
        </dgm:presLayoutVars>
      </dgm:prSet>
      <dgm:spPr/>
    </dgm:pt>
    <dgm:pt modelId="{232E9805-43F9-4FDB-93F4-CD9207AA1A7A}" type="pres">
      <dgm:prSet presAssocID="{72C27AED-8F19-49B8-BE40-86A88FDA3929}" presName="sibTrans" presStyleCnt="0"/>
      <dgm:spPr/>
    </dgm:pt>
    <dgm:pt modelId="{3672F7AF-9C04-4038-99AC-16A46A2DE330}" type="pres">
      <dgm:prSet presAssocID="{0A5BF9A1-B844-4CDF-AA58-4362253F416A}" presName="compNode" presStyleCnt="0"/>
      <dgm:spPr/>
    </dgm:pt>
    <dgm:pt modelId="{DCEB46CB-D12C-472B-AED2-9BC3A5FC3079}" type="pres">
      <dgm:prSet presAssocID="{0A5BF9A1-B844-4CDF-AA58-4362253F416A}" presName="bgRect" presStyleLbl="bgShp" presStyleIdx="1" presStyleCnt="2"/>
      <dgm:spPr/>
    </dgm:pt>
    <dgm:pt modelId="{EDBF6F52-B56D-4B4C-A8FE-781D9BFA7E4F}" type="pres">
      <dgm:prSet presAssocID="{0A5BF9A1-B844-4CDF-AA58-4362253F416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9378B489-7E5C-4373-A52D-A0E0F69DB09A}" type="pres">
      <dgm:prSet presAssocID="{0A5BF9A1-B844-4CDF-AA58-4362253F416A}" presName="spaceRect" presStyleCnt="0"/>
      <dgm:spPr/>
    </dgm:pt>
    <dgm:pt modelId="{79CCFE25-3F0D-4D00-B495-F8223F66E39F}" type="pres">
      <dgm:prSet presAssocID="{0A5BF9A1-B844-4CDF-AA58-4362253F416A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19B6DD04-8E4A-465E-9314-DD8219BAAA6C}" srcId="{46CB867E-7086-451D-BD1A-1C4561A960C9}" destId="{B6FE9ADD-C2D5-4656-AE11-6C3AA8467BC5}" srcOrd="0" destOrd="0" parTransId="{9ADD2FF1-CEFB-4840-8640-94EBB8E72309}" sibTransId="{72C27AED-8F19-49B8-BE40-86A88FDA3929}"/>
    <dgm:cxn modelId="{10C1C91B-685E-409C-9E32-5477118E00F5}" srcId="{46CB867E-7086-451D-BD1A-1C4561A960C9}" destId="{0A5BF9A1-B844-4CDF-AA58-4362253F416A}" srcOrd="1" destOrd="0" parTransId="{3364CD45-60C0-43CC-9A6F-C09724AD5E4C}" sibTransId="{84A48605-4012-4146-9BA6-DF34BF9D35F4}"/>
    <dgm:cxn modelId="{E66F5636-9462-4245-B9C8-7A10B8847FB2}" type="presOf" srcId="{46CB867E-7086-451D-BD1A-1C4561A960C9}" destId="{9F75671C-BD42-429B-BCB6-49CFEFDF5C86}" srcOrd="0" destOrd="0" presId="urn:microsoft.com/office/officeart/2018/2/layout/IconVerticalSolidList"/>
    <dgm:cxn modelId="{5CBB4370-2AAA-4C9F-BD74-255432464055}" type="presOf" srcId="{B6FE9ADD-C2D5-4656-AE11-6C3AA8467BC5}" destId="{C1C331EF-2DCF-416F-BDA7-429F25108841}" srcOrd="0" destOrd="0" presId="urn:microsoft.com/office/officeart/2018/2/layout/IconVerticalSolidList"/>
    <dgm:cxn modelId="{D6922EFB-1850-48B4-9C41-595C393166EF}" type="presOf" srcId="{0A5BF9A1-B844-4CDF-AA58-4362253F416A}" destId="{79CCFE25-3F0D-4D00-B495-F8223F66E39F}" srcOrd="0" destOrd="0" presId="urn:microsoft.com/office/officeart/2018/2/layout/IconVerticalSolidList"/>
    <dgm:cxn modelId="{7A637468-8204-41AD-9E89-CE093BB613CB}" type="presParOf" srcId="{9F75671C-BD42-429B-BCB6-49CFEFDF5C86}" destId="{00C15A1F-F5F1-4C2C-A2C6-C156D18105A3}" srcOrd="0" destOrd="0" presId="urn:microsoft.com/office/officeart/2018/2/layout/IconVerticalSolidList"/>
    <dgm:cxn modelId="{1EBED804-949A-483D-A11F-C24B820D6429}" type="presParOf" srcId="{00C15A1F-F5F1-4C2C-A2C6-C156D18105A3}" destId="{E822BFF6-CE4A-4880-9ECF-AAAADFE44B8F}" srcOrd="0" destOrd="0" presId="urn:microsoft.com/office/officeart/2018/2/layout/IconVerticalSolidList"/>
    <dgm:cxn modelId="{CAA2E0BE-3D8C-429B-B688-DB04277EA10C}" type="presParOf" srcId="{00C15A1F-F5F1-4C2C-A2C6-C156D18105A3}" destId="{51F6EA2E-144C-441C-A3A7-03B054A2034A}" srcOrd="1" destOrd="0" presId="urn:microsoft.com/office/officeart/2018/2/layout/IconVerticalSolidList"/>
    <dgm:cxn modelId="{9A89D94D-A5EC-4B96-8ED0-6766711C81BB}" type="presParOf" srcId="{00C15A1F-F5F1-4C2C-A2C6-C156D18105A3}" destId="{D679C133-0383-47DA-8744-244B7810EE2B}" srcOrd="2" destOrd="0" presId="urn:microsoft.com/office/officeart/2018/2/layout/IconVerticalSolidList"/>
    <dgm:cxn modelId="{A1255727-581E-4913-932D-17E803560A15}" type="presParOf" srcId="{00C15A1F-F5F1-4C2C-A2C6-C156D18105A3}" destId="{C1C331EF-2DCF-416F-BDA7-429F25108841}" srcOrd="3" destOrd="0" presId="urn:microsoft.com/office/officeart/2018/2/layout/IconVerticalSolidList"/>
    <dgm:cxn modelId="{024428ED-CE62-46FA-B157-A643DC7602B2}" type="presParOf" srcId="{9F75671C-BD42-429B-BCB6-49CFEFDF5C86}" destId="{232E9805-43F9-4FDB-93F4-CD9207AA1A7A}" srcOrd="1" destOrd="0" presId="urn:microsoft.com/office/officeart/2018/2/layout/IconVerticalSolidList"/>
    <dgm:cxn modelId="{C8B2CDD8-9A8D-4F03-898E-561D5D3E2E21}" type="presParOf" srcId="{9F75671C-BD42-429B-BCB6-49CFEFDF5C86}" destId="{3672F7AF-9C04-4038-99AC-16A46A2DE330}" srcOrd="2" destOrd="0" presId="urn:microsoft.com/office/officeart/2018/2/layout/IconVerticalSolidList"/>
    <dgm:cxn modelId="{39EBA199-EA98-4140-8252-875FBFD34D0E}" type="presParOf" srcId="{3672F7AF-9C04-4038-99AC-16A46A2DE330}" destId="{DCEB46CB-D12C-472B-AED2-9BC3A5FC3079}" srcOrd="0" destOrd="0" presId="urn:microsoft.com/office/officeart/2018/2/layout/IconVerticalSolidList"/>
    <dgm:cxn modelId="{FF05E2E5-01DA-4C38-8AD2-7F0648041FDC}" type="presParOf" srcId="{3672F7AF-9C04-4038-99AC-16A46A2DE330}" destId="{EDBF6F52-B56D-4B4C-A8FE-781D9BFA7E4F}" srcOrd="1" destOrd="0" presId="urn:microsoft.com/office/officeart/2018/2/layout/IconVerticalSolidList"/>
    <dgm:cxn modelId="{49EDC96A-2FE3-4B76-889D-53EF7EDED8E0}" type="presParOf" srcId="{3672F7AF-9C04-4038-99AC-16A46A2DE330}" destId="{9378B489-7E5C-4373-A52D-A0E0F69DB09A}" srcOrd="2" destOrd="0" presId="urn:microsoft.com/office/officeart/2018/2/layout/IconVerticalSolidList"/>
    <dgm:cxn modelId="{E844CFC8-EFC1-4102-ACB8-686D424766C4}" type="presParOf" srcId="{3672F7AF-9C04-4038-99AC-16A46A2DE330}" destId="{79CCFE25-3F0D-4D00-B495-F8223F66E39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E57D92DB-38CA-4D51-A79A-9F486AF6E5D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1630167-33EE-4D2A-A4C7-8B4C3F9E56FA}">
      <dgm:prSet/>
      <dgm:spPr/>
      <dgm:t>
        <a:bodyPr/>
        <a:lstStyle/>
        <a:p>
          <a:pPr>
            <a:lnSpc>
              <a:spcPct val="100000"/>
            </a:lnSpc>
          </a:pPr>
          <a:r>
            <a:rPr lang="pt-PT" b="1"/>
            <a:t>Base de Dados proprietária do programa Moloni</a:t>
          </a:r>
          <a:r>
            <a:rPr lang="pt-PT"/>
            <a:t>: Centraliza a informação mais importante da empresa.</a:t>
          </a:r>
          <a:endParaRPr lang="en-US"/>
        </a:p>
      </dgm:t>
    </dgm:pt>
    <dgm:pt modelId="{69E9D1EB-A3C6-4016-8A35-B9D632EC08DE}" type="parTrans" cxnId="{F9505878-28D0-409C-8FB9-53F3F8438E12}">
      <dgm:prSet/>
      <dgm:spPr/>
      <dgm:t>
        <a:bodyPr/>
        <a:lstStyle/>
        <a:p>
          <a:endParaRPr lang="en-US"/>
        </a:p>
      </dgm:t>
    </dgm:pt>
    <dgm:pt modelId="{E4D5E19B-63E1-4163-BA47-779CD7F0A987}" type="sibTrans" cxnId="{F9505878-28D0-409C-8FB9-53F3F8438E12}">
      <dgm:prSet/>
      <dgm:spPr/>
      <dgm:t>
        <a:bodyPr/>
        <a:lstStyle/>
        <a:p>
          <a:endParaRPr lang="en-US"/>
        </a:p>
      </dgm:t>
    </dgm:pt>
    <dgm:pt modelId="{C0897E5B-C0C5-4BFA-93D1-40AD0E81A0A8}">
      <dgm:prSet/>
      <dgm:spPr/>
      <dgm:t>
        <a:bodyPr/>
        <a:lstStyle/>
        <a:p>
          <a:pPr>
            <a:lnSpc>
              <a:spcPct val="100000"/>
            </a:lnSpc>
          </a:pPr>
          <a:r>
            <a:rPr lang="pt-PT" b="1"/>
            <a:t>Documentação Física</a:t>
          </a:r>
          <a:r>
            <a:rPr lang="pt-PT"/>
            <a:t>: Utilização de </a:t>
          </a:r>
          <a:r>
            <a:rPr lang="pt-PT" b="1"/>
            <a:t>papel</a:t>
          </a:r>
          <a:r>
            <a:rPr lang="pt-PT"/>
            <a:t> para folhas de serviço.</a:t>
          </a:r>
          <a:endParaRPr lang="en-US"/>
        </a:p>
      </dgm:t>
    </dgm:pt>
    <dgm:pt modelId="{B4E908FC-03A3-42C4-8FB7-42386952FCCF}" type="parTrans" cxnId="{B2E3E8FE-68AC-42B8-8D0B-716AA2F60DD9}">
      <dgm:prSet/>
      <dgm:spPr/>
      <dgm:t>
        <a:bodyPr/>
        <a:lstStyle/>
        <a:p>
          <a:endParaRPr lang="en-US"/>
        </a:p>
      </dgm:t>
    </dgm:pt>
    <dgm:pt modelId="{BAC6C823-6DBD-463F-993C-A288C03F05FB}" type="sibTrans" cxnId="{B2E3E8FE-68AC-42B8-8D0B-716AA2F60DD9}">
      <dgm:prSet/>
      <dgm:spPr/>
      <dgm:t>
        <a:bodyPr/>
        <a:lstStyle/>
        <a:p>
          <a:endParaRPr lang="en-US"/>
        </a:p>
      </dgm:t>
    </dgm:pt>
    <dgm:pt modelId="{4401F898-8423-48CB-946B-851553DD49BB}">
      <dgm:prSet/>
      <dgm:spPr/>
      <dgm:t>
        <a:bodyPr/>
        <a:lstStyle/>
        <a:p>
          <a:pPr>
            <a:lnSpc>
              <a:spcPct val="100000"/>
            </a:lnSpc>
          </a:pPr>
          <a:r>
            <a:rPr lang="pt-PT" b="1"/>
            <a:t>Armazenamento Local</a:t>
          </a:r>
          <a:r>
            <a:rPr lang="pt-PT"/>
            <a:t>: </a:t>
          </a:r>
          <a:r>
            <a:rPr lang="pt-PT" b="1"/>
            <a:t>Pastas digitais com words </a:t>
          </a:r>
          <a:r>
            <a:rPr lang="pt-PT"/>
            <a:t>no computador para relatórios de serviço.</a:t>
          </a:r>
          <a:endParaRPr lang="en-US"/>
        </a:p>
      </dgm:t>
    </dgm:pt>
    <dgm:pt modelId="{0033B5A0-E399-484E-9E6B-AE34E26A7094}" type="parTrans" cxnId="{228CEA92-FBCA-40CC-8D30-E1B284820339}">
      <dgm:prSet/>
      <dgm:spPr/>
      <dgm:t>
        <a:bodyPr/>
        <a:lstStyle/>
        <a:p>
          <a:endParaRPr lang="en-US"/>
        </a:p>
      </dgm:t>
    </dgm:pt>
    <dgm:pt modelId="{C09936FB-230E-4906-BE3A-2071F72BFC3B}" type="sibTrans" cxnId="{228CEA92-FBCA-40CC-8D30-E1B284820339}">
      <dgm:prSet/>
      <dgm:spPr/>
      <dgm:t>
        <a:bodyPr/>
        <a:lstStyle/>
        <a:p>
          <a:endParaRPr lang="en-US"/>
        </a:p>
      </dgm:t>
    </dgm:pt>
    <dgm:pt modelId="{A3CF56A3-939C-47C0-9668-B283EE645A8A}" type="pres">
      <dgm:prSet presAssocID="{E57D92DB-38CA-4D51-A79A-9F486AF6E5DF}" presName="root" presStyleCnt="0">
        <dgm:presLayoutVars>
          <dgm:dir/>
          <dgm:resizeHandles val="exact"/>
        </dgm:presLayoutVars>
      </dgm:prSet>
      <dgm:spPr/>
    </dgm:pt>
    <dgm:pt modelId="{D54B45AA-93C9-4632-A9FC-4F868DA9FF4F}" type="pres">
      <dgm:prSet presAssocID="{51630167-33EE-4D2A-A4C7-8B4C3F9E56FA}" presName="compNode" presStyleCnt="0"/>
      <dgm:spPr/>
    </dgm:pt>
    <dgm:pt modelId="{4D048627-A572-4DD1-BF31-12DB1319A2B5}" type="pres">
      <dgm:prSet presAssocID="{51630167-33EE-4D2A-A4C7-8B4C3F9E56FA}" presName="bgRect" presStyleLbl="bgShp" presStyleIdx="0" presStyleCnt="3"/>
      <dgm:spPr/>
    </dgm:pt>
    <dgm:pt modelId="{D7424687-A6BC-4D77-A2D7-CEE4C80CD8D6}" type="pres">
      <dgm:prSet presAssocID="{51630167-33EE-4D2A-A4C7-8B4C3F9E56F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uxograma"/>
        </a:ext>
      </dgm:extLst>
    </dgm:pt>
    <dgm:pt modelId="{7ADDC84D-7510-4234-BCDE-5FE705AA131D}" type="pres">
      <dgm:prSet presAssocID="{51630167-33EE-4D2A-A4C7-8B4C3F9E56FA}" presName="spaceRect" presStyleCnt="0"/>
      <dgm:spPr/>
    </dgm:pt>
    <dgm:pt modelId="{47B83180-2608-4958-8363-813F9E06353B}" type="pres">
      <dgm:prSet presAssocID="{51630167-33EE-4D2A-A4C7-8B4C3F9E56FA}" presName="parTx" presStyleLbl="revTx" presStyleIdx="0" presStyleCnt="3">
        <dgm:presLayoutVars>
          <dgm:chMax val="0"/>
          <dgm:chPref val="0"/>
        </dgm:presLayoutVars>
      </dgm:prSet>
      <dgm:spPr/>
    </dgm:pt>
    <dgm:pt modelId="{64558AE4-8328-490A-AFCB-FF3DCCFA0726}" type="pres">
      <dgm:prSet presAssocID="{E4D5E19B-63E1-4163-BA47-779CD7F0A987}" presName="sibTrans" presStyleCnt="0"/>
      <dgm:spPr/>
    </dgm:pt>
    <dgm:pt modelId="{1A8DF276-7163-4F9E-80A3-84D0AB5539C9}" type="pres">
      <dgm:prSet presAssocID="{C0897E5B-C0C5-4BFA-93D1-40AD0E81A0A8}" presName="compNode" presStyleCnt="0"/>
      <dgm:spPr/>
    </dgm:pt>
    <dgm:pt modelId="{0197AC9F-FC97-4B26-9AC6-31BB0DF40F5E}" type="pres">
      <dgm:prSet presAssocID="{C0897E5B-C0C5-4BFA-93D1-40AD0E81A0A8}" presName="bgRect" presStyleLbl="bgShp" presStyleIdx="1" presStyleCnt="3"/>
      <dgm:spPr/>
    </dgm:pt>
    <dgm:pt modelId="{949BE91A-4DFE-4618-913F-75E5697EAAE1}" type="pres">
      <dgm:prSet presAssocID="{C0897E5B-C0C5-4BFA-93D1-40AD0E81A0A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vros"/>
        </a:ext>
      </dgm:extLst>
    </dgm:pt>
    <dgm:pt modelId="{57DC3BEA-6950-4467-A693-DF0C1A1E9C88}" type="pres">
      <dgm:prSet presAssocID="{C0897E5B-C0C5-4BFA-93D1-40AD0E81A0A8}" presName="spaceRect" presStyleCnt="0"/>
      <dgm:spPr/>
    </dgm:pt>
    <dgm:pt modelId="{F612F5D0-3358-4550-BB93-65264D94BAB8}" type="pres">
      <dgm:prSet presAssocID="{C0897E5B-C0C5-4BFA-93D1-40AD0E81A0A8}" presName="parTx" presStyleLbl="revTx" presStyleIdx="1" presStyleCnt="3">
        <dgm:presLayoutVars>
          <dgm:chMax val="0"/>
          <dgm:chPref val="0"/>
        </dgm:presLayoutVars>
      </dgm:prSet>
      <dgm:spPr/>
    </dgm:pt>
    <dgm:pt modelId="{F217B771-FCE4-4FD3-A194-AFCC0D17610A}" type="pres">
      <dgm:prSet presAssocID="{BAC6C823-6DBD-463F-993C-A288C03F05FB}" presName="sibTrans" presStyleCnt="0"/>
      <dgm:spPr/>
    </dgm:pt>
    <dgm:pt modelId="{B7A0B687-76B3-4FD9-9AFF-0255E800A674}" type="pres">
      <dgm:prSet presAssocID="{4401F898-8423-48CB-946B-851553DD49BB}" presName="compNode" presStyleCnt="0"/>
      <dgm:spPr/>
    </dgm:pt>
    <dgm:pt modelId="{7CE42352-ADBF-4F13-BF71-A79D1BE3B3A3}" type="pres">
      <dgm:prSet presAssocID="{4401F898-8423-48CB-946B-851553DD49BB}" presName="bgRect" presStyleLbl="bgShp" presStyleIdx="2" presStyleCnt="3"/>
      <dgm:spPr/>
    </dgm:pt>
    <dgm:pt modelId="{4EC451DF-55F8-4656-8249-A15B4DE6258E}" type="pres">
      <dgm:prSet presAssocID="{4401F898-8423-48CB-946B-851553DD49B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7EAD058C-BDB9-4565-BDF0-F635F19CC290}" type="pres">
      <dgm:prSet presAssocID="{4401F898-8423-48CB-946B-851553DD49BB}" presName="spaceRect" presStyleCnt="0"/>
      <dgm:spPr/>
    </dgm:pt>
    <dgm:pt modelId="{84689C32-DE29-45DC-AB52-B0992F57ECA7}" type="pres">
      <dgm:prSet presAssocID="{4401F898-8423-48CB-946B-851553DD49B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D7ADA12-85CA-4F12-99DA-1DB4D3D9B509}" type="presOf" srcId="{E57D92DB-38CA-4D51-A79A-9F486AF6E5DF}" destId="{A3CF56A3-939C-47C0-9668-B283EE645A8A}" srcOrd="0" destOrd="0" presId="urn:microsoft.com/office/officeart/2018/2/layout/IconVerticalSolidList"/>
    <dgm:cxn modelId="{F1E8EF69-872B-4B74-B24D-87694287A5A4}" type="presOf" srcId="{51630167-33EE-4D2A-A4C7-8B4C3F9E56FA}" destId="{47B83180-2608-4958-8363-813F9E06353B}" srcOrd="0" destOrd="0" presId="urn:microsoft.com/office/officeart/2018/2/layout/IconVerticalSolidList"/>
    <dgm:cxn modelId="{F9505878-28D0-409C-8FB9-53F3F8438E12}" srcId="{E57D92DB-38CA-4D51-A79A-9F486AF6E5DF}" destId="{51630167-33EE-4D2A-A4C7-8B4C3F9E56FA}" srcOrd="0" destOrd="0" parTransId="{69E9D1EB-A3C6-4016-8A35-B9D632EC08DE}" sibTransId="{E4D5E19B-63E1-4163-BA47-779CD7F0A987}"/>
    <dgm:cxn modelId="{5694397E-1575-4F10-967F-47DA87C232F1}" type="presOf" srcId="{4401F898-8423-48CB-946B-851553DD49BB}" destId="{84689C32-DE29-45DC-AB52-B0992F57ECA7}" srcOrd="0" destOrd="0" presId="urn:microsoft.com/office/officeart/2018/2/layout/IconVerticalSolidList"/>
    <dgm:cxn modelId="{228CEA92-FBCA-40CC-8D30-E1B284820339}" srcId="{E57D92DB-38CA-4D51-A79A-9F486AF6E5DF}" destId="{4401F898-8423-48CB-946B-851553DD49BB}" srcOrd="2" destOrd="0" parTransId="{0033B5A0-E399-484E-9E6B-AE34E26A7094}" sibTransId="{C09936FB-230E-4906-BE3A-2071F72BFC3B}"/>
    <dgm:cxn modelId="{427BE7CC-9C8A-4937-9E10-FD560889AD7E}" type="presOf" srcId="{C0897E5B-C0C5-4BFA-93D1-40AD0E81A0A8}" destId="{F612F5D0-3358-4550-BB93-65264D94BAB8}" srcOrd="0" destOrd="0" presId="urn:microsoft.com/office/officeart/2018/2/layout/IconVerticalSolidList"/>
    <dgm:cxn modelId="{B2E3E8FE-68AC-42B8-8D0B-716AA2F60DD9}" srcId="{E57D92DB-38CA-4D51-A79A-9F486AF6E5DF}" destId="{C0897E5B-C0C5-4BFA-93D1-40AD0E81A0A8}" srcOrd="1" destOrd="0" parTransId="{B4E908FC-03A3-42C4-8FB7-42386952FCCF}" sibTransId="{BAC6C823-6DBD-463F-993C-A288C03F05FB}"/>
    <dgm:cxn modelId="{13AA2AEA-2493-4F73-825C-F43E281B513B}" type="presParOf" srcId="{A3CF56A3-939C-47C0-9668-B283EE645A8A}" destId="{D54B45AA-93C9-4632-A9FC-4F868DA9FF4F}" srcOrd="0" destOrd="0" presId="urn:microsoft.com/office/officeart/2018/2/layout/IconVerticalSolidList"/>
    <dgm:cxn modelId="{4694F74C-B2A8-4070-BAD9-7A32EB3DEB6D}" type="presParOf" srcId="{D54B45AA-93C9-4632-A9FC-4F868DA9FF4F}" destId="{4D048627-A572-4DD1-BF31-12DB1319A2B5}" srcOrd="0" destOrd="0" presId="urn:microsoft.com/office/officeart/2018/2/layout/IconVerticalSolidList"/>
    <dgm:cxn modelId="{5295EB87-BE2E-499E-92C0-747696F74393}" type="presParOf" srcId="{D54B45AA-93C9-4632-A9FC-4F868DA9FF4F}" destId="{D7424687-A6BC-4D77-A2D7-CEE4C80CD8D6}" srcOrd="1" destOrd="0" presId="urn:microsoft.com/office/officeart/2018/2/layout/IconVerticalSolidList"/>
    <dgm:cxn modelId="{7A9C603F-2104-452E-B70A-FD1B16C03292}" type="presParOf" srcId="{D54B45AA-93C9-4632-A9FC-4F868DA9FF4F}" destId="{7ADDC84D-7510-4234-BCDE-5FE705AA131D}" srcOrd="2" destOrd="0" presId="urn:microsoft.com/office/officeart/2018/2/layout/IconVerticalSolidList"/>
    <dgm:cxn modelId="{1403D509-0DA8-4E02-81F9-EDA4643626F4}" type="presParOf" srcId="{D54B45AA-93C9-4632-A9FC-4F868DA9FF4F}" destId="{47B83180-2608-4958-8363-813F9E06353B}" srcOrd="3" destOrd="0" presId="urn:microsoft.com/office/officeart/2018/2/layout/IconVerticalSolidList"/>
    <dgm:cxn modelId="{BDF391B8-A702-4BC4-B852-0D4B95B2B8CF}" type="presParOf" srcId="{A3CF56A3-939C-47C0-9668-B283EE645A8A}" destId="{64558AE4-8328-490A-AFCB-FF3DCCFA0726}" srcOrd="1" destOrd="0" presId="urn:microsoft.com/office/officeart/2018/2/layout/IconVerticalSolidList"/>
    <dgm:cxn modelId="{6080047B-0FC9-484D-8CE4-2937DC94DF20}" type="presParOf" srcId="{A3CF56A3-939C-47C0-9668-B283EE645A8A}" destId="{1A8DF276-7163-4F9E-80A3-84D0AB5539C9}" srcOrd="2" destOrd="0" presId="urn:microsoft.com/office/officeart/2018/2/layout/IconVerticalSolidList"/>
    <dgm:cxn modelId="{25D50D79-0D40-4B60-9B18-18420FE04790}" type="presParOf" srcId="{1A8DF276-7163-4F9E-80A3-84D0AB5539C9}" destId="{0197AC9F-FC97-4B26-9AC6-31BB0DF40F5E}" srcOrd="0" destOrd="0" presId="urn:microsoft.com/office/officeart/2018/2/layout/IconVerticalSolidList"/>
    <dgm:cxn modelId="{2FAE60E0-A109-4396-B086-527F94EE48BF}" type="presParOf" srcId="{1A8DF276-7163-4F9E-80A3-84D0AB5539C9}" destId="{949BE91A-4DFE-4618-913F-75E5697EAAE1}" srcOrd="1" destOrd="0" presId="urn:microsoft.com/office/officeart/2018/2/layout/IconVerticalSolidList"/>
    <dgm:cxn modelId="{782E8683-F8B3-4E3C-B6C8-108886DA565C}" type="presParOf" srcId="{1A8DF276-7163-4F9E-80A3-84D0AB5539C9}" destId="{57DC3BEA-6950-4467-A693-DF0C1A1E9C88}" srcOrd="2" destOrd="0" presId="urn:microsoft.com/office/officeart/2018/2/layout/IconVerticalSolidList"/>
    <dgm:cxn modelId="{6E4138D2-8FF3-4836-BAB7-F906C92C5AE3}" type="presParOf" srcId="{1A8DF276-7163-4F9E-80A3-84D0AB5539C9}" destId="{F612F5D0-3358-4550-BB93-65264D94BAB8}" srcOrd="3" destOrd="0" presId="urn:microsoft.com/office/officeart/2018/2/layout/IconVerticalSolidList"/>
    <dgm:cxn modelId="{6312CCC7-B3C4-4DE4-9238-5B75A0BA4A19}" type="presParOf" srcId="{A3CF56A3-939C-47C0-9668-B283EE645A8A}" destId="{F217B771-FCE4-4FD3-A194-AFCC0D17610A}" srcOrd="3" destOrd="0" presId="urn:microsoft.com/office/officeart/2018/2/layout/IconVerticalSolidList"/>
    <dgm:cxn modelId="{DF54EFCD-705E-461A-B114-9078D08E733D}" type="presParOf" srcId="{A3CF56A3-939C-47C0-9668-B283EE645A8A}" destId="{B7A0B687-76B3-4FD9-9AFF-0255E800A674}" srcOrd="4" destOrd="0" presId="urn:microsoft.com/office/officeart/2018/2/layout/IconVerticalSolidList"/>
    <dgm:cxn modelId="{BB0150AC-90F9-4679-810A-E3D4536C768C}" type="presParOf" srcId="{B7A0B687-76B3-4FD9-9AFF-0255E800A674}" destId="{7CE42352-ADBF-4F13-BF71-A79D1BE3B3A3}" srcOrd="0" destOrd="0" presId="urn:microsoft.com/office/officeart/2018/2/layout/IconVerticalSolidList"/>
    <dgm:cxn modelId="{290CBDD9-87F0-48D1-96F5-6D9C2341A9E5}" type="presParOf" srcId="{B7A0B687-76B3-4FD9-9AFF-0255E800A674}" destId="{4EC451DF-55F8-4656-8249-A15B4DE6258E}" srcOrd="1" destOrd="0" presId="urn:microsoft.com/office/officeart/2018/2/layout/IconVerticalSolidList"/>
    <dgm:cxn modelId="{C7CFF14C-0A72-4465-8D7E-6F10E599A544}" type="presParOf" srcId="{B7A0B687-76B3-4FD9-9AFF-0255E800A674}" destId="{7EAD058C-BDB9-4565-BDF0-F635F19CC290}" srcOrd="2" destOrd="0" presId="urn:microsoft.com/office/officeart/2018/2/layout/IconVerticalSolidList"/>
    <dgm:cxn modelId="{3D7E6EE3-DF71-48AE-B6A4-9ECB062BE28A}" type="presParOf" srcId="{B7A0B687-76B3-4FD9-9AFF-0255E800A674}" destId="{84689C32-DE29-45DC-AB52-B0992F57ECA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286A9CB2-69CD-425A-8C0E-79E303F8516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559B691-EE70-4623-887F-AD3354391AF1}">
      <dgm:prSet/>
      <dgm:spPr/>
      <dgm:t>
        <a:bodyPr/>
        <a:lstStyle/>
        <a:p>
          <a:r>
            <a:rPr lang="pt-PT" b="1" dirty="0" err="1"/>
            <a:t>Moloni</a:t>
          </a:r>
          <a:r>
            <a:rPr lang="pt-PT" b="1" dirty="0"/>
            <a:t> (</a:t>
          </a:r>
          <a:r>
            <a:rPr lang="pt-PT" b="1" dirty="0" err="1"/>
            <a:t>Cloud</a:t>
          </a:r>
          <a:r>
            <a:rPr lang="pt-PT" b="1" dirty="0"/>
            <a:t>): </a:t>
          </a:r>
          <a:r>
            <a:rPr lang="pt-PT" dirty="0"/>
            <a:t>Armazena dados de faturação, orçamentos, gestão de clientes e stocks. Inserção de dados pelos departamentos de contabilidade, obras, compras e comercial; consultada por estes mesmos departamentos.</a:t>
          </a:r>
          <a:endParaRPr lang="en-US" dirty="0"/>
        </a:p>
      </dgm:t>
    </dgm:pt>
    <dgm:pt modelId="{3786409D-1942-47EF-8B90-77A5DA4CF61F}" type="parTrans" cxnId="{4FEE8951-EA3B-40AA-8F35-ACE5FDA0D77A}">
      <dgm:prSet/>
      <dgm:spPr/>
      <dgm:t>
        <a:bodyPr/>
        <a:lstStyle/>
        <a:p>
          <a:endParaRPr lang="en-US"/>
        </a:p>
      </dgm:t>
    </dgm:pt>
    <dgm:pt modelId="{0E48DF3A-0544-45C4-AF7E-8220AFC54E62}" type="sibTrans" cxnId="{4FEE8951-EA3B-40AA-8F35-ACE5FDA0D77A}">
      <dgm:prSet/>
      <dgm:spPr/>
      <dgm:t>
        <a:bodyPr/>
        <a:lstStyle/>
        <a:p>
          <a:endParaRPr lang="en-US"/>
        </a:p>
      </dgm:t>
    </dgm:pt>
    <dgm:pt modelId="{64843A48-66B6-407E-80A0-4E21CC88F21F}">
      <dgm:prSet/>
      <dgm:spPr/>
      <dgm:t>
        <a:bodyPr/>
        <a:lstStyle/>
        <a:p>
          <a:r>
            <a:rPr lang="pt-PT" b="1" dirty="0"/>
            <a:t>Papel</a:t>
          </a:r>
          <a:r>
            <a:rPr lang="pt-PT" dirty="0"/>
            <a:t>: Regista folhas de obra/serviço em tempo real, produzido pelo departamento de obras e consultado pela contabilidade.</a:t>
          </a:r>
          <a:endParaRPr lang="en-US" dirty="0"/>
        </a:p>
      </dgm:t>
    </dgm:pt>
    <dgm:pt modelId="{1871D1B7-DBFF-4333-AE00-93CBE71B37A3}" type="parTrans" cxnId="{F48976F7-15DF-4FF9-AE87-AFA6E194F27F}">
      <dgm:prSet/>
      <dgm:spPr/>
      <dgm:t>
        <a:bodyPr/>
        <a:lstStyle/>
        <a:p>
          <a:endParaRPr lang="en-US"/>
        </a:p>
      </dgm:t>
    </dgm:pt>
    <dgm:pt modelId="{E4D3A4D1-A907-4E15-8227-A6EDB9BA42AF}" type="sibTrans" cxnId="{F48976F7-15DF-4FF9-AE87-AFA6E194F27F}">
      <dgm:prSet/>
      <dgm:spPr/>
      <dgm:t>
        <a:bodyPr/>
        <a:lstStyle/>
        <a:p>
          <a:endParaRPr lang="en-US"/>
        </a:p>
      </dgm:t>
    </dgm:pt>
    <dgm:pt modelId="{E3107496-E908-4C3C-81A7-8783D37A08D1}">
      <dgm:prSet/>
      <dgm:spPr/>
      <dgm:t>
        <a:bodyPr/>
        <a:lstStyle/>
        <a:p>
          <a:r>
            <a:rPr lang="pt-PT" b="1" dirty="0"/>
            <a:t>Word</a:t>
          </a:r>
          <a:r>
            <a:rPr lang="pt-PT" dirty="0"/>
            <a:t>: Relatórios de serviço criados pelo departamento comercial, baseados em registros de papel, consultados pelos departamentos de contabilidade, comercial e obras.</a:t>
          </a:r>
          <a:endParaRPr lang="en-US" dirty="0"/>
        </a:p>
      </dgm:t>
    </dgm:pt>
    <dgm:pt modelId="{DA570C0E-664A-40AC-906B-8FC14689C5D2}" type="parTrans" cxnId="{7E236349-0F6A-486F-A9BE-D604B4F85EBD}">
      <dgm:prSet/>
      <dgm:spPr/>
      <dgm:t>
        <a:bodyPr/>
        <a:lstStyle/>
        <a:p>
          <a:endParaRPr lang="en-US"/>
        </a:p>
      </dgm:t>
    </dgm:pt>
    <dgm:pt modelId="{50CB3E5B-724D-457A-991E-84E92BA142E4}" type="sibTrans" cxnId="{7E236349-0F6A-486F-A9BE-D604B4F85EBD}">
      <dgm:prSet/>
      <dgm:spPr/>
      <dgm:t>
        <a:bodyPr/>
        <a:lstStyle/>
        <a:p>
          <a:endParaRPr lang="en-US"/>
        </a:p>
      </dgm:t>
    </dgm:pt>
    <dgm:pt modelId="{0340A20D-A99C-4742-9C32-5D0BD2700BC2}" type="pres">
      <dgm:prSet presAssocID="{286A9CB2-69CD-425A-8C0E-79E303F85169}" presName="root" presStyleCnt="0">
        <dgm:presLayoutVars>
          <dgm:dir/>
          <dgm:resizeHandles val="exact"/>
        </dgm:presLayoutVars>
      </dgm:prSet>
      <dgm:spPr/>
    </dgm:pt>
    <dgm:pt modelId="{BDF80502-4E22-4B79-8036-C7DC0DBC0994}" type="pres">
      <dgm:prSet presAssocID="{C559B691-EE70-4623-887F-AD3354391AF1}" presName="compNode" presStyleCnt="0"/>
      <dgm:spPr/>
    </dgm:pt>
    <dgm:pt modelId="{BF143845-B533-44CD-8F63-C5A14F2E675B}" type="pres">
      <dgm:prSet presAssocID="{C559B691-EE70-4623-887F-AD3354391AF1}" presName="bgRect" presStyleLbl="bgShp" presStyleIdx="0" presStyleCnt="3"/>
      <dgm:spPr/>
    </dgm:pt>
    <dgm:pt modelId="{BD0D9A3F-DAC7-4623-BF43-0F2A5D80A963}" type="pres">
      <dgm:prSet presAssocID="{C559B691-EE70-4623-887F-AD3354391AF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2F5E490D-23D8-4CA3-B521-3A729F4E7CA4}" type="pres">
      <dgm:prSet presAssocID="{C559B691-EE70-4623-887F-AD3354391AF1}" presName="spaceRect" presStyleCnt="0"/>
      <dgm:spPr/>
    </dgm:pt>
    <dgm:pt modelId="{A27E9EFF-1C8D-4303-BD00-EE4B75838E61}" type="pres">
      <dgm:prSet presAssocID="{C559B691-EE70-4623-887F-AD3354391AF1}" presName="parTx" presStyleLbl="revTx" presStyleIdx="0" presStyleCnt="3">
        <dgm:presLayoutVars>
          <dgm:chMax val="0"/>
          <dgm:chPref val="0"/>
        </dgm:presLayoutVars>
      </dgm:prSet>
      <dgm:spPr/>
    </dgm:pt>
    <dgm:pt modelId="{D595CC61-0C5D-4324-8E3E-CC08A0928C2E}" type="pres">
      <dgm:prSet presAssocID="{0E48DF3A-0544-45C4-AF7E-8220AFC54E62}" presName="sibTrans" presStyleCnt="0"/>
      <dgm:spPr/>
    </dgm:pt>
    <dgm:pt modelId="{A4856026-D456-4E3C-8163-9DB9B93DCD81}" type="pres">
      <dgm:prSet presAssocID="{64843A48-66B6-407E-80A0-4E21CC88F21F}" presName="compNode" presStyleCnt="0"/>
      <dgm:spPr/>
    </dgm:pt>
    <dgm:pt modelId="{FD3A60F2-75FD-4F61-8C56-B7E66D36A69C}" type="pres">
      <dgm:prSet presAssocID="{64843A48-66B6-407E-80A0-4E21CC88F21F}" presName="bgRect" presStyleLbl="bgShp" presStyleIdx="1" presStyleCnt="3" custLinFactNeighborX="54" custLinFactNeighborY="-974"/>
      <dgm:spPr/>
    </dgm:pt>
    <dgm:pt modelId="{F4153050-63C7-4F37-8F06-B2C7101518D4}" type="pres">
      <dgm:prSet presAssocID="{64843A48-66B6-407E-80A0-4E21CC88F21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lha"/>
        </a:ext>
      </dgm:extLst>
    </dgm:pt>
    <dgm:pt modelId="{468DA2AF-C7C4-4815-BB9C-E5D0C2CC7ED2}" type="pres">
      <dgm:prSet presAssocID="{64843A48-66B6-407E-80A0-4E21CC88F21F}" presName="spaceRect" presStyleCnt="0"/>
      <dgm:spPr/>
    </dgm:pt>
    <dgm:pt modelId="{D7DC892E-D8DA-4616-AEC6-110589A97631}" type="pres">
      <dgm:prSet presAssocID="{64843A48-66B6-407E-80A0-4E21CC88F21F}" presName="parTx" presStyleLbl="revTx" presStyleIdx="1" presStyleCnt="3">
        <dgm:presLayoutVars>
          <dgm:chMax val="0"/>
          <dgm:chPref val="0"/>
        </dgm:presLayoutVars>
      </dgm:prSet>
      <dgm:spPr/>
    </dgm:pt>
    <dgm:pt modelId="{C6AADD93-2668-4C09-8572-BE4DD96184C9}" type="pres">
      <dgm:prSet presAssocID="{E4D3A4D1-A907-4E15-8227-A6EDB9BA42AF}" presName="sibTrans" presStyleCnt="0"/>
      <dgm:spPr/>
    </dgm:pt>
    <dgm:pt modelId="{9A317184-0AC5-4684-9FC8-BDEEA6A0B789}" type="pres">
      <dgm:prSet presAssocID="{E3107496-E908-4C3C-81A7-8783D37A08D1}" presName="compNode" presStyleCnt="0"/>
      <dgm:spPr/>
    </dgm:pt>
    <dgm:pt modelId="{D8EDAF77-2738-4B93-A506-44C7ABCB9662}" type="pres">
      <dgm:prSet presAssocID="{E3107496-E908-4C3C-81A7-8783D37A08D1}" presName="bgRect" presStyleLbl="bgShp" presStyleIdx="2" presStyleCnt="3"/>
      <dgm:spPr/>
    </dgm:pt>
    <dgm:pt modelId="{100A3C36-477B-4E7C-96C3-0EB5D43DF16B}" type="pres">
      <dgm:prSet presAssocID="{E3107496-E908-4C3C-81A7-8783D37A08D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189AFBCB-8241-43D4-8287-0A342C397DD4}" type="pres">
      <dgm:prSet presAssocID="{E3107496-E908-4C3C-81A7-8783D37A08D1}" presName="spaceRect" presStyleCnt="0"/>
      <dgm:spPr/>
    </dgm:pt>
    <dgm:pt modelId="{14B92C56-AE07-498C-B618-0345F6FCCBF4}" type="pres">
      <dgm:prSet presAssocID="{E3107496-E908-4C3C-81A7-8783D37A08D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33F312E-AB56-43EC-B063-FF5826BA6924}" type="presOf" srcId="{64843A48-66B6-407E-80A0-4E21CC88F21F}" destId="{D7DC892E-D8DA-4616-AEC6-110589A97631}" srcOrd="0" destOrd="0" presId="urn:microsoft.com/office/officeart/2018/2/layout/IconVerticalSolidList"/>
    <dgm:cxn modelId="{333D5B40-6873-4DA2-9E42-728BF1624991}" type="presOf" srcId="{E3107496-E908-4C3C-81A7-8783D37A08D1}" destId="{14B92C56-AE07-498C-B618-0345F6FCCBF4}" srcOrd="0" destOrd="0" presId="urn:microsoft.com/office/officeart/2018/2/layout/IconVerticalSolidList"/>
    <dgm:cxn modelId="{7E236349-0F6A-486F-A9BE-D604B4F85EBD}" srcId="{286A9CB2-69CD-425A-8C0E-79E303F85169}" destId="{E3107496-E908-4C3C-81A7-8783D37A08D1}" srcOrd="2" destOrd="0" parTransId="{DA570C0E-664A-40AC-906B-8FC14689C5D2}" sibTransId="{50CB3E5B-724D-457A-991E-84E92BA142E4}"/>
    <dgm:cxn modelId="{4FEE8951-EA3B-40AA-8F35-ACE5FDA0D77A}" srcId="{286A9CB2-69CD-425A-8C0E-79E303F85169}" destId="{C559B691-EE70-4623-887F-AD3354391AF1}" srcOrd="0" destOrd="0" parTransId="{3786409D-1942-47EF-8B90-77A5DA4CF61F}" sibTransId="{0E48DF3A-0544-45C4-AF7E-8220AFC54E62}"/>
    <dgm:cxn modelId="{DE8F8D8B-592E-4B72-B5F2-A5ECC7FEAAFF}" type="presOf" srcId="{C559B691-EE70-4623-887F-AD3354391AF1}" destId="{A27E9EFF-1C8D-4303-BD00-EE4B75838E61}" srcOrd="0" destOrd="0" presId="urn:microsoft.com/office/officeart/2018/2/layout/IconVerticalSolidList"/>
    <dgm:cxn modelId="{931E2CA0-5BD6-4E02-977E-E3662619D42C}" type="presOf" srcId="{286A9CB2-69CD-425A-8C0E-79E303F85169}" destId="{0340A20D-A99C-4742-9C32-5D0BD2700BC2}" srcOrd="0" destOrd="0" presId="urn:microsoft.com/office/officeart/2018/2/layout/IconVerticalSolidList"/>
    <dgm:cxn modelId="{F48976F7-15DF-4FF9-AE87-AFA6E194F27F}" srcId="{286A9CB2-69CD-425A-8C0E-79E303F85169}" destId="{64843A48-66B6-407E-80A0-4E21CC88F21F}" srcOrd="1" destOrd="0" parTransId="{1871D1B7-DBFF-4333-AE00-93CBE71B37A3}" sibTransId="{E4D3A4D1-A907-4E15-8227-A6EDB9BA42AF}"/>
    <dgm:cxn modelId="{90AC905D-B6D7-41D8-B831-150B582E8A8A}" type="presParOf" srcId="{0340A20D-A99C-4742-9C32-5D0BD2700BC2}" destId="{BDF80502-4E22-4B79-8036-C7DC0DBC0994}" srcOrd="0" destOrd="0" presId="urn:microsoft.com/office/officeart/2018/2/layout/IconVerticalSolidList"/>
    <dgm:cxn modelId="{F0A640DC-B401-4026-A1F5-54756D897292}" type="presParOf" srcId="{BDF80502-4E22-4B79-8036-C7DC0DBC0994}" destId="{BF143845-B533-44CD-8F63-C5A14F2E675B}" srcOrd="0" destOrd="0" presId="urn:microsoft.com/office/officeart/2018/2/layout/IconVerticalSolidList"/>
    <dgm:cxn modelId="{0EEEA963-449E-40E8-8B1C-EB15D62D4097}" type="presParOf" srcId="{BDF80502-4E22-4B79-8036-C7DC0DBC0994}" destId="{BD0D9A3F-DAC7-4623-BF43-0F2A5D80A963}" srcOrd="1" destOrd="0" presId="urn:microsoft.com/office/officeart/2018/2/layout/IconVerticalSolidList"/>
    <dgm:cxn modelId="{8BAD04D2-E634-4651-94D8-302174F61594}" type="presParOf" srcId="{BDF80502-4E22-4B79-8036-C7DC0DBC0994}" destId="{2F5E490D-23D8-4CA3-B521-3A729F4E7CA4}" srcOrd="2" destOrd="0" presId="urn:microsoft.com/office/officeart/2018/2/layout/IconVerticalSolidList"/>
    <dgm:cxn modelId="{CE4140F5-8525-459D-A666-36E583C3DCF9}" type="presParOf" srcId="{BDF80502-4E22-4B79-8036-C7DC0DBC0994}" destId="{A27E9EFF-1C8D-4303-BD00-EE4B75838E61}" srcOrd="3" destOrd="0" presId="urn:microsoft.com/office/officeart/2018/2/layout/IconVerticalSolidList"/>
    <dgm:cxn modelId="{875E8C46-392D-4EE2-A79A-46289C77231B}" type="presParOf" srcId="{0340A20D-A99C-4742-9C32-5D0BD2700BC2}" destId="{D595CC61-0C5D-4324-8E3E-CC08A0928C2E}" srcOrd="1" destOrd="0" presId="urn:microsoft.com/office/officeart/2018/2/layout/IconVerticalSolidList"/>
    <dgm:cxn modelId="{2199A677-B663-4ADB-A87C-F946310F08FD}" type="presParOf" srcId="{0340A20D-A99C-4742-9C32-5D0BD2700BC2}" destId="{A4856026-D456-4E3C-8163-9DB9B93DCD81}" srcOrd="2" destOrd="0" presId="urn:microsoft.com/office/officeart/2018/2/layout/IconVerticalSolidList"/>
    <dgm:cxn modelId="{7EBA1943-C09C-4F84-86A0-70FBAF3BE688}" type="presParOf" srcId="{A4856026-D456-4E3C-8163-9DB9B93DCD81}" destId="{FD3A60F2-75FD-4F61-8C56-B7E66D36A69C}" srcOrd="0" destOrd="0" presId="urn:microsoft.com/office/officeart/2018/2/layout/IconVerticalSolidList"/>
    <dgm:cxn modelId="{82E15815-2700-41D3-B18E-71A11E9C134B}" type="presParOf" srcId="{A4856026-D456-4E3C-8163-9DB9B93DCD81}" destId="{F4153050-63C7-4F37-8F06-B2C7101518D4}" srcOrd="1" destOrd="0" presId="urn:microsoft.com/office/officeart/2018/2/layout/IconVerticalSolidList"/>
    <dgm:cxn modelId="{BC354D33-B8DD-44C3-A65A-FF7C82125280}" type="presParOf" srcId="{A4856026-D456-4E3C-8163-9DB9B93DCD81}" destId="{468DA2AF-C7C4-4815-BB9C-E5D0C2CC7ED2}" srcOrd="2" destOrd="0" presId="urn:microsoft.com/office/officeart/2018/2/layout/IconVerticalSolidList"/>
    <dgm:cxn modelId="{AF6B0A41-2D8A-4065-AD9D-9E8D5869645E}" type="presParOf" srcId="{A4856026-D456-4E3C-8163-9DB9B93DCD81}" destId="{D7DC892E-D8DA-4616-AEC6-110589A97631}" srcOrd="3" destOrd="0" presId="urn:microsoft.com/office/officeart/2018/2/layout/IconVerticalSolidList"/>
    <dgm:cxn modelId="{8BC53AC6-B43E-43D0-8964-563662BD3945}" type="presParOf" srcId="{0340A20D-A99C-4742-9C32-5D0BD2700BC2}" destId="{C6AADD93-2668-4C09-8572-BE4DD96184C9}" srcOrd="3" destOrd="0" presId="urn:microsoft.com/office/officeart/2018/2/layout/IconVerticalSolidList"/>
    <dgm:cxn modelId="{0608B807-5776-4181-A3DC-2D3731C16AEA}" type="presParOf" srcId="{0340A20D-A99C-4742-9C32-5D0BD2700BC2}" destId="{9A317184-0AC5-4684-9FC8-BDEEA6A0B789}" srcOrd="4" destOrd="0" presId="urn:microsoft.com/office/officeart/2018/2/layout/IconVerticalSolidList"/>
    <dgm:cxn modelId="{BF44EB91-415C-4D0F-88E9-9E566C57AF4D}" type="presParOf" srcId="{9A317184-0AC5-4684-9FC8-BDEEA6A0B789}" destId="{D8EDAF77-2738-4B93-A506-44C7ABCB9662}" srcOrd="0" destOrd="0" presId="urn:microsoft.com/office/officeart/2018/2/layout/IconVerticalSolidList"/>
    <dgm:cxn modelId="{0593E4CE-54CB-4364-BD4E-ED9E82522BD0}" type="presParOf" srcId="{9A317184-0AC5-4684-9FC8-BDEEA6A0B789}" destId="{100A3C36-477B-4E7C-96C3-0EB5D43DF16B}" srcOrd="1" destOrd="0" presId="urn:microsoft.com/office/officeart/2018/2/layout/IconVerticalSolidList"/>
    <dgm:cxn modelId="{714FD447-5B30-402A-941E-77B048AED104}" type="presParOf" srcId="{9A317184-0AC5-4684-9FC8-BDEEA6A0B789}" destId="{189AFBCB-8241-43D4-8287-0A342C397DD4}" srcOrd="2" destOrd="0" presId="urn:microsoft.com/office/officeart/2018/2/layout/IconVerticalSolidList"/>
    <dgm:cxn modelId="{3F19C94F-1B7C-477D-93A5-166440809466}" type="presParOf" srcId="{9A317184-0AC5-4684-9FC8-BDEEA6A0B789}" destId="{14B92C56-AE07-498C-B618-0345F6FCCBF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7FE771AB-2221-4FF5-8955-157765DB5B8D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3E16B0B-AFE0-4BFD-B102-2CB1F560D598}">
      <dgm:prSet/>
      <dgm:spPr/>
      <dgm:t>
        <a:bodyPr/>
        <a:lstStyle/>
        <a:p>
          <a:pPr>
            <a:defRPr b="1"/>
          </a:pPr>
          <a:r>
            <a:rPr lang="pt-PT" b="1"/>
            <a:t>Digitalização de Documentos</a:t>
          </a:r>
          <a:endParaRPr lang="en-US"/>
        </a:p>
      </dgm:t>
    </dgm:pt>
    <dgm:pt modelId="{4F0E62B8-909D-4D2E-99A0-1D295F825933}" type="parTrans" cxnId="{BBDBB1D7-C014-474D-BE47-CC4611381916}">
      <dgm:prSet/>
      <dgm:spPr/>
      <dgm:t>
        <a:bodyPr/>
        <a:lstStyle/>
        <a:p>
          <a:endParaRPr lang="en-US"/>
        </a:p>
      </dgm:t>
    </dgm:pt>
    <dgm:pt modelId="{69B7283E-B731-478D-837E-B95F70E200B7}" type="sibTrans" cxnId="{BBDBB1D7-C014-474D-BE47-CC4611381916}">
      <dgm:prSet/>
      <dgm:spPr/>
      <dgm:t>
        <a:bodyPr/>
        <a:lstStyle/>
        <a:p>
          <a:endParaRPr lang="en-US"/>
        </a:p>
      </dgm:t>
    </dgm:pt>
    <dgm:pt modelId="{86F7F10A-1EA6-4DA2-8C42-B5F86FDA7897}">
      <dgm:prSet/>
      <dgm:spPr/>
      <dgm:t>
        <a:bodyPr/>
        <a:lstStyle/>
        <a:p>
          <a:r>
            <a:rPr lang="pt-PT"/>
            <a:t>Implementar um sistema eletrônico para substituir o armazenamento físico, agilizando a transferência de informações para faturamento.</a:t>
          </a:r>
          <a:endParaRPr lang="en-US"/>
        </a:p>
      </dgm:t>
    </dgm:pt>
    <dgm:pt modelId="{C764A205-E3B1-43D2-A4D5-512CA10DA8BB}" type="parTrans" cxnId="{CAA959C5-ECF1-407E-9DE0-57A9E8380D2C}">
      <dgm:prSet/>
      <dgm:spPr/>
      <dgm:t>
        <a:bodyPr/>
        <a:lstStyle/>
        <a:p>
          <a:endParaRPr lang="en-US"/>
        </a:p>
      </dgm:t>
    </dgm:pt>
    <dgm:pt modelId="{07EC4A3E-DA8C-4AB6-9207-2ACFD1CF26D4}" type="sibTrans" cxnId="{CAA959C5-ECF1-407E-9DE0-57A9E8380D2C}">
      <dgm:prSet/>
      <dgm:spPr/>
      <dgm:t>
        <a:bodyPr/>
        <a:lstStyle/>
        <a:p>
          <a:endParaRPr lang="en-US"/>
        </a:p>
      </dgm:t>
    </dgm:pt>
    <dgm:pt modelId="{A39BA6BB-C290-4609-A3A1-4B2B171ACB43}">
      <dgm:prSet/>
      <dgm:spPr/>
      <dgm:t>
        <a:bodyPr/>
        <a:lstStyle/>
        <a:p>
          <a:pPr>
            <a:defRPr b="1"/>
          </a:pPr>
          <a:r>
            <a:rPr lang="pt-PT" b="1"/>
            <a:t>Presença Digital</a:t>
          </a:r>
          <a:endParaRPr lang="en-US"/>
        </a:p>
      </dgm:t>
    </dgm:pt>
    <dgm:pt modelId="{EAB4ACB1-6FF9-4F32-9CAD-A1D844C78D0D}" type="parTrans" cxnId="{5A3E9E3E-A955-4B13-A8BD-73BA07A40A43}">
      <dgm:prSet/>
      <dgm:spPr/>
      <dgm:t>
        <a:bodyPr/>
        <a:lstStyle/>
        <a:p>
          <a:endParaRPr lang="en-US"/>
        </a:p>
      </dgm:t>
    </dgm:pt>
    <dgm:pt modelId="{F322E3BA-01FD-473F-A8ED-16B0A16F16A7}" type="sibTrans" cxnId="{5A3E9E3E-A955-4B13-A8BD-73BA07A40A43}">
      <dgm:prSet/>
      <dgm:spPr/>
      <dgm:t>
        <a:bodyPr/>
        <a:lstStyle/>
        <a:p>
          <a:endParaRPr lang="en-US"/>
        </a:p>
      </dgm:t>
    </dgm:pt>
    <dgm:pt modelId="{860A9204-561B-467C-B0AE-D249790E7645}">
      <dgm:prSet/>
      <dgm:spPr/>
      <dgm:t>
        <a:bodyPr/>
        <a:lstStyle/>
        <a:p>
          <a:r>
            <a:rPr lang="pt-PT"/>
            <a:t>Expandir a presença online da empresa para aumentar a visibilidade e atrair novos clientes com uma estratégia de marketing digital eficaz.</a:t>
          </a:r>
          <a:endParaRPr lang="en-US"/>
        </a:p>
      </dgm:t>
    </dgm:pt>
    <dgm:pt modelId="{F646634C-6901-40DB-B0DE-6F9C3E0F5F55}" type="parTrans" cxnId="{E8165D1A-408B-466F-A79C-3EB431C0941C}">
      <dgm:prSet/>
      <dgm:spPr/>
      <dgm:t>
        <a:bodyPr/>
        <a:lstStyle/>
        <a:p>
          <a:endParaRPr lang="en-US"/>
        </a:p>
      </dgm:t>
    </dgm:pt>
    <dgm:pt modelId="{16CDABA4-F704-4AFC-AE46-AA1CD4770963}" type="sibTrans" cxnId="{E8165D1A-408B-466F-A79C-3EB431C0941C}">
      <dgm:prSet/>
      <dgm:spPr/>
      <dgm:t>
        <a:bodyPr/>
        <a:lstStyle/>
        <a:p>
          <a:endParaRPr lang="en-US"/>
        </a:p>
      </dgm:t>
    </dgm:pt>
    <dgm:pt modelId="{231D92E7-0F9C-48E1-930F-E81DBCC8B1E1}" type="pres">
      <dgm:prSet presAssocID="{7FE771AB-2221-4FF5-8955-157765DB5B8D}" presName="root" presStyleCnt="0">
        <dgm:presLayoutVars>
          <dgm:dir/>
          <dgm:resizeHandles val="exact"/>
        </dgm:presLayoutVars>
      </dgm:prSet>
      <dgm:spPr/>
    </dgm:pt>
    <dgm:pt modelId="{D4C1FBAA-4BA5-4D5D-A38C-B777509A2381}" type="pres">
      <dgm:prSet presAssocID="{33E16B0B-AFE0-4BFD-B102-2CB1F560D598}" presName="compNode" presStyleCnt="0"/>
      <dgm:spPr/>
    </dgm:pt>
    <dgm:pt modelId="{D26BD23E-E593-4FDE-84C0-870E8019BF70}" type="pres">
      <dgm:prSet presAssocID="{33E16B0B-AFE0-4BFD-B102-2CB1F560D59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ador"/>
        </a:ext>
      </dgm:extLst>
    </dgm:pt>
    <dgm:pt modelId="{F5D0CD27-A43A-448E-8A6C-C4E53736F518}" type="pres">
      <dgm:prSet presAssocID="{33E16B0B-AFE0-4BFD-B102-2CB1F560D598}" presName="iconSpace" presStyleCnt="0"/>
      <dgm:spPr/>
    </dgm:pt>
    <dgm:pt modelId="{BC63E2C9-A3C1-41B6-825F-DE40CE2B511B}" type="pres">
      <dgm:prSet presAssocID="{33E16B0B-AFE0-4BFD-B102-2CB1F560D598}" presName="parTx" presStyleLbl="revTx" presStyleIdx="0" presStyleCnt="4">
        <dgm:presLayoutVars>
          <dgm:chMax val="0"/>
          <dgm:chPref val="0"/>
        </dgm:presLayoutVars>
      </dgm:prSet>
      <dgm:spPr/>
    </dgm:pt>
    <dgm:pt modelId="{3720657E-346B-4F91-A098-82BE8C98EE3C}" type="pres">
      <dgm:prSet presAssocID="{33E16B0B-AFE0-4BFD-B102-2CB1F560D598}" presName="txSpace" presStyleCnt="0"/>
      <dgm:spPr/>
    </dgm:pt>
    <dgm:pt modelId="{3D993F91-A6C0-4417-BECA-D2687D3BBE6F}" type="pres">
      <dgm:prSet presAssocID="{33E16B0B-AFE0-4BFD-B102-2CB1F560D598}" presName="desTx" presStyleLbl="revTx" presStyleIdx="1" presStyleCnt="4">
        <dgm:presLayoutVars/>
      </dgm:prSet>
      <dgm:spPr/>
    </dgm:pt>
    <dgm:pt modelId="{7C075D70-BE00-4171-8B3F-251BD4D955BC}" type="pres">
      <dgm:prSet presAssocID="{69B7283E-B731-478D-837E-B95F70E200B7}" presName="sibTrans" presStyleCnt="0"/>
      <dgm:spPr/>
    </dgm:pt>
    <dgm:pt modelId="{C4FF6156-A245-48BE-9E26-DC24FEDA05C5}" type="pres">
      <dgm:prSet presAssocID="{A39BA6BB-C290-4609-A3A1-4B2B171ACB43}" presName="compNode" presStyleCnt="0"/>
      <dgm:spPr/>
    </dgm:pt>
    <dgm:pt modelId="{9FFE32F3-D6C0-47BE-9E5B-A22563320E7C}" type="pres">
      <dgm:prSet presAssocID="{A39BA6BB-C290-4609-A3A1-4B2B171ACB4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444B64C3-3FAF-4C13-96EB-7B7C38C3F11C}" type="pres">
      <dgm:prSet presAssocID="{A39BA6BB-C290-4609-A3A1-4B2B171ACB43}" presName="iconSpace" presStyleCnt="0"/>
      <dgm:spPr/>
    </dgm:pt>
    <dgm:pt modelId="{08815D30-A18D-4127-94F4-57191CDD2B16}" type="pres">
      <dgm:prSet presAssocID="{A39BA6BB-C290-4609-A3A1-4B2B171ACB43}" presName="parTx" presStyleLbl="revTx" presStyleIdx="2" presStyleCnt="4">
        <dgm:presLayoutVars>
          <dgm:chMax val="0"/>
          <dgm:chPref val="0"/>
        </dgm:presLayoutVars>
      </dgm:prSet>
      <dgm:spPr/>
    </dgm:pt>
    <dgm:pt modelId="{B3B2592E-8C41-4E66-B7E2-8035CB5A0928}" type="pres">
      <dgm:prSet presAssocID="{A39BA6BB-C290-4609-A3A1-4B2B171ACB43}" presName="txSpace" presStyleCnt="0"/>
      <dgm:spPr/>
    </dgm:pt>
    <dgm:pt modelId="{DEBD89FD-9F76-4368-AF9B-3B67C417C35F}" type="pres">
      <dgm:prSet presAssocID="{A39BA6BB-C290-4609-A3A1-4B2B171ACB43}" presName="desTx" presStyleLbl="revTx" presStyleIdx="3" presStyleCnt="4">
        <dgm:presLayoutVars/>
      </dgm:prSet>
      <dgm:spPr/>
    </dgm:pt>
  </dgm:ptLst>
  <dgm:cxnLst>
    <dgm:cxn modelId="{E8165D1A-408B-466F-A79C-3EB431C0941C}" srcId="{A39BA6BB-C290-4609-A3A1-4B2B171ACB43}" destId="{860A9204-561B-467C-B0AE-D249790E7645}" srcOrd="0" destOrd="0" parTransId="{F646634C-6901-40DB-B0DE-6F9C3E0F5F55}" sibTransId="{16CDABA4-F704-4AFC-AE46-AA1CD4770963}"/>
    <dgm:cxn modelId="{5A3E9E3E-A955-4B13-A8BD-73BA07A40A43}" srcId="{7FE771AB-2221-4FF5-8955-157765DB5B8D}" destId="{A39BA6BB-C290-4609-A3A1-4B2B171ACB43}" srcOrd="1" destOrd="0" parTransId="{EAB4ACB1-6FF9-4F32-9CAD-A1D844C78D0D}" sibTransId="{F322E3BA-01FD-473F-A8ED-16B0A16F16A7}"/>
    <dgm:cxn modelId="{6541EB83-C025-4595-8269-4615D36FFD8B}" type="presOf" srcId="{86F7F10A-1EA6-4DA2-8C42-B5F86FDA7897}" destId="{3D993F91-A6C0-4417-BECA-D2687D3BBE6F}" srcOrd="0" destOrd="0" presId="urn:microsoft.com/office/officeart/2018/5/layout/CenteredIconLabelDescriptionList"/>
    <dgm:cxn modelId="{5E64A1A5-69DA-4FD6-A70C-1375B2F06F45}" type="presOf" srcId="{860A9204-561B-467C-B0AE-D249790E7645}" destId="{DEBD89FD-9F76-4368-AF9B-3B67C417C35F}" srcOrd="0" destOrd="0" presId="urn:microsoft.com/office/officeart/2018/5/layout/CenteredIconLabelDescriptionList"/>
    <dgm:cxn modelId="{CAA959C5-ECF1-407E-9DE0-57A9E8380D2C}" srcId="{33E16B0B-AFE0-4BFD-B102-2CB1F560D598}" destId="{86F7F10A-1EA6-4DA2-8C42-B5F86FDA7897}" srcOrd="0" destOrd="0" parTransId="{C764A205-E3B1-43D2-A4D5-512CA10DA8BB}" sibTransId="{07EC4A3E-DA8C-4AB6-9207-2ACFD1CF26D4}"/>
    <dgm:cxn modelId="{E4E8C2C5-0C09-428C-91A1-69D2038AE45C}" type="presOf" srcId="{33E16B0B-AFE0-4BFD-B102-2CB1F560D598}" destId="{BC63E2C9-A3C1-41B6-825F-DE40CE2B511B}" srcOrd="0" destOrd="0" presId="urn:microsoft.com/office/officeart/2018/5/layout/CenteredIconLabelDescriptionList"/>
    <dgm:cxn modelId="{BBDBB1D7-C014-474D-BE47-CC4611381916}" srcId="{7FE771AB-2221-4FF5-8955-157765DB5B8D}" destId="{33E16B0B-AFE0-4BFD-B102-2CB1F560D598}" srcOrd="0" destOrd="0" parTransId="{4F0E62B8-909D-4D2E-99A0-1D295F825933}" sibTransId="{69B7283E-B731-478D-837E-B95F70E200B7}"/>
    <dgm:cxn modelId="{6EAB07F0-9BEC-4F5A-ADAD-0441FE564BDE}" type="presOf" srcId="{7FE771AB-2221-4FF5-8955-157765DB5B8D}" destId="{231D92E7-0F9C-48E1-930F-E81DBCC8B1E1}" srcOrd="0" destOrd="0" presId="urn:microsoft.com/office/officeart/2018/5/layout/CenteredIconLabelDescriptionList"/>
    <dgm:cxn modelId="{163B9DF5-6AD1-47CC-94E4-7D88A8967326}" type="presOf" srcId="{A39BA6BB-C290-4609-A3A1-4B2B171ACB43}" destId="{08815D30-A18D-4127-94F4-57191CDD2B16}" srcOrd="0" destOrd="0" presId="urn:microsoft.com/office/officeart/2018/5/layout/CenteredIconLabelDescriptionList"/>
    <dgm:cxn modelId="{F655D5E0-65B9-4224-BEB1-984C1D1A4124}" type="presParOf" srcId="{231D92E7-0F9C-48E1-930F-E81DBCC8B1E1}" destId="{D4C1FBAA-4BA5-4D5D-A38C-B777509A2381}" srcOrd="0" destOrd="0" presId="urn:microsoft.com/office/officeart/2018/5/layout/CenteredIconLabelDescriptionList"/>
    <dgm:cxn modelId="{2FF9EFAB-F078-492F-A437-69DA29BD4A95}" type="presParOf" srcId="{D4C1FBAA-4BA5-4D5D-A38C-B777509A2381}" destId="{D26BD23E-E593-4FDE-84C0-870E8019BF70}" srcOrd="0" destOrd="0" presId="urn:microsoft.com/office/officeart/2018/5/layout/CenteredIconLabelDescriptionList"/>
    <dgm:cxn modelId="{E92E60F0-16CD-45DA-B08B-ECDCA8E13E9F}" type="presParOf" srcId="{D4C1FBAA-4BA5-4D5D-A38C-B777509A2381}" destId="{F5D0CD27-A43A-448E-8A6C-C4E53736F518}" srcOrd="1" destOrd="0" presId="urn:microsoft.com/office/officeart/2018/5/layout/CenteredIconLabelDescriptionList"/>
    <dgm:cxn modelId="{50D6573C-A0CF-41F2-8784-9FA878D81B09}" type="presParOf" srcId="{D4C1FBAA-4BA5-4D5D-A38C-B777509A2381}" destId="{BC63E2C9-A3C1-41B6-825F-DE40CE2B511B}" srcOrd="2" destOrd="0" presId="urn:microsoft.com/office/officeart/2018/5/layout/CenteredIconLabelDescriptionList"/>
    <dgm:cxn modelId="{5D77119B-B3B3-4FA4-9616-C38F97DE2DE8}" type="presParOf" srcId="{D4C1FBAA-4BA5-4D5D-A38C-B777509A2381}" destId="{3720657E-346B-4F91-A098-82BE8C98EE3C}" srcOrd="3" destOrd="0" presId="urn:microsoft.com/office/officeart/2018/5/layout/CenteredIconLabelDescriptionList"/>
    <dgm:cxn modelId="{1CDEC85C-3EF2-4D56-A0BD-6CC286071FF7}" type="presParOf" srcId="{D4C1FBAA-4BA5-4D5D-A38C-B777509A2381}" destId="{3D993F91-A6C0-4417-BECA-D2687D3BBE6F}" srcOrd="4" destOrd="0" presId="urn:microsoft.com/office/officeart/2018/5/layout/CenteredIconLabelDescriptionList"/>
    <dgm:cxn modelId="{C62AD129-C309-4A55-AD22-29A9FEF7F2EC}" type="presParOf" srcId="{231D92E7-0F9C-48E1-930F-E81DBCC8B1E1}" destId="{7C075D70-BE00-4171-8B3F-251BD4D955BC}" srcOrd="1" destOrd="0" presId="urn:microsoft.com/office/officeart/2018/5/layout/CenteredIconLabelDescriptionList"/>
    <dgm:cxn modelId="{2A1911BA-86FE-4042-B056-E49E2CD6043D}" type="presParOf" srcId="{231D92E7-0F9C-48E1-930F-E81DBCC8B1E1}" destId="{C4FF6156-A245-48BE-9E26-DC24FEDA05C5}" srcOrd="2" destOrd="0" presId="urn:microsoft.com/office/officeart/2018/5/layout/CenteredIconLabelDescriptionList"/>
    <dgm:cxn modelId="{5C4F4AC2-1092-4807-8F44-DD803913A075}" type="presParOf" srcId="{C4FF6156-A245-48BE-9E26-DC24FEDA05C5}" destId="{9FFE32F3-D6C0-47BE-9E5B-A22563320E7C}" srcOrd="0" destOrd="0" presId="urn:microsoft.com/office/officeart/2018/5/layout/CenteredIconLabelDescriptionList"/>
    <dgm:cxn modelId="{04455F56-5DF6-4E4A-B95F-EEB355EF49EC}" type="presParOf" srcId="{C4FF6156-A245-48BE-9E26-DC24FEDA05C5}" destId="{444B64C3-3FAF-4C13-96EB-7B7C38C3F11C}" srcOrd="1" destOrd="0" presId="urn:microsoft.com/office/officeart/2018/5/layout/CenteredIconLabelDescriptionList"/>
    <dgm:cxn modelId="{817333F4-5999-4BCC-926F-D41077669D32}" type="presParOf" srcId="{C4FF6156-A245-48BE-9E26-DC24FEDA05C5}" destId="{08815D30-A18D-4127-94F4-57191CDD2B16}" srcOrd="2" destOrd="0" presId="urn:microsoft.com/office/officeart/2018/5/layout/CenteredIconLabelDescriptionList"/>
    <dgm:cxn modelId="{4D68BB15-45E8-489E-A0C3-6FFB91E6120E}" type="presParOf" srcId="{C4FF6156-A245-48BE-9E26-DC24FEDA05C5}" destId="{B3B2592E-8C41-4E66-B7E2-8035CB5A0928}" srcOrd="3" destOrd="0" presId="urn:microsoft.com/office/officeart/2018/5/layout/CenteredIconLabelDescriptionList"/>
    <dgm:cxn modelId="{21A0C6DD-89D7-4E9D-9378-90BD0FCCAACB}" type="presParOf" srcId="{C4FF6156-A245-48BE-9E26-DC24FEDA05C5}" destId="{DEBD89FD-9F76-4368-AF9B-3B67C417C35F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6EF3E1-D435-4879-92B1-0A5A6B6C926E}">
      <dsp:nvSpPr>
        <dsp:cNvPr id="0" name=""/>
        <dsp:cNvSpPr/>
      </dsp:nvSpPr>
      <dsp:spPr>
        <a:xfrm>
          <a:off x="0" y="394179"/>
          <a:ext cx="6832212" cy="62361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600" b="1" kern="1200" dirty="0"/>
            <a:t>TPS (</a:t>
          </a:r>
          <a:r>
            <a:rPr lang="pt-PT" sz="2600" b="1" kern="1200" dirty="0" err="1"/>
            <a:t>Transaction</a:t>
          </a:r>
          <a:r>
            <a:rPr lang="pt-PT" sz="2600" b="1" kern="1200" dirty="0"/>
            <a:t> </a:t>
          </a:r>
          <a:r>
            <a:rPr lang="pt-PT" sz="2600" b="1" kern="1200" dirty="0" err="1"/>
            <a:t>Processing</a:t>
          </a:r>
          <a:r>
            <a:rPr lang="pt-PT" sz="2600" b="1" kern="1200" dirty="0"/>
            <a:t> </a:t>
          </a:r>
          <a:r>
            <a:rPr lang="pt-PT" sz="2600" b="1" kern="1200" dirty="0" err="1"/>
            <a:t>Systems</a:t>
          </a:r>
          <a:r>
            <a:rPr lang="pt-PT" sz="2600" b="1" kern="1200" dirty="0"/>
            <a:t>)</a:t>
          </a:r>
          <a:endParaRPr lang="en-US" sz="2600" kern="1200" dirty="0"/>
        </a:p>
      </dsp:txBody>
      <dsp:txXfrm>
        <a:off x="30442" y="424621"/>
        <a:ext cx="6771328" cy="562726"/>
      </dsp:txXfrm>
    </dsp:sp>
    <dsp:sp modelId="{7138884D-7211-4E95-8F55-BE2A407F4639}">
      <dsp:nvSpPr>
        <dsp:cNvPr id="0" name=""/>
        <dsp:cNvSpPr/>
      </dsp:nvSpPr>
      <dsp:spPr>
        <a:xfrm>
          <a:off x="0" y="1017789"/>
          <a:ext cx="6832212" cy="1614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6923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2000" kern="1200"/>
            <a:t>Realizam e registam </a:t>
          </a:r>
          <a:r>
            <a:rPr lang="pt-PT" sz="2000" b="1" kern="1200"/>
            <a:t>transações diárias </a:t>
          </a:r>
          <a:r>
            <a:rPr lang="pt-PT" sz="2000" kern="1200"/>
            <a:t>do negócio.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2000" kern="1200"/>
            <a:t>Monitorizam operações e relações externas.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2000" kern="1200"/>
            <a:t>Apoiam níveis operacionais e decisões pré-definidas.</a:t>
          </a:r>
          <a:endParaRPr lang="en-US" sz="2000" kern="1200"/>
        </a:p>
      </dsp:txBody>
      <dsp:txXfrm>
        <a:off x="0" y="1017789"/>
        <a:ext cx="6832212" cy="1614600"/>
      </dsp:txXfrm>
    </dsp:sp>
    <dsp:sp modelId="{DACAF003-1C7F-4754-AF42-0499B39375DF}">
      <dsp:nvSpPr>
        <dsp:cNvPr id="0" name=""/>
        <dsp:cNvSpPr/>
      </dsp:nvSpPr>
      <dsp:spPr>
        <a:xfrm>
          <a:off x="0" y="2632389"/>
          <a:ext cx="6832212" cy="623610"/>
        </a:xfrm>
        <a:prstGeom prst="roundRect">
          <a:avLst/>
        </a:prstGeom>
        <a:gradFill rotWithShape="0">
          <a:gsLst>
            <a:gs pos="0">
              <a:schemeClr val="accent2">
                <a:hueOff val="453165"/>
                <a:satOff val="-47993"/>
                <a:lumOff val="-1176"/>
                <a:alphaOff val="0"/>
                <a:tint val="96000"/>
                <a:lumMod val="104000"/>
              </a:schemeClr>
            </a:gs>
            <a:gs pos="100000">
              <a:schemeClr val="accent2">
                <a:hueOff val="453165"/>
                <a:satOff val="-47993"/>
                <a:lumOff val="-1176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600" b="1" kern="1200"/>
            <a:t>MIS (Management Information Systems)</a:t>
          </a:r>
          <a:endParaRPr lang="en-US" sz="2600" kern="1200"/>
        </a:p>
      </dsp:txBody>
      <dsp:txXfrm>
        <a:off x="30442" y="2662831"/>
        <a:ext cx="6771328" cy="562726"/>
      </dsp:txXfrm>
    </dsp:sp>
    <dsp:sp modelId="{8EB5B1C8-E661-495F-A019-40C30C211131}">
      <dsp:nvSpPr>
        <dsp:cNvPr id="0" name=""/>
        <dsp:cNvSpPr/>
      </dsp:nvSpPr>
      <dsp:spPr>
        <a:xfrm>
          <a:off x="0" y="3255999"/>
          <a:ext cx="6832212" cy="1614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6923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2000" kern="1200"/>
            <a:t>Suportam a </a:t>
          </a:r>
          <a:r>
            <a:rPr lang="pt-PT" sz="2000" b="1" kern="1200"/>
            <a:t>gestão intermédia</a:t>
          </a:r>
          <a:r>
            <a:rPr lang="pt-PT" sz="2000" kern="1200"/>
            <a:t>.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2000" kern="1200"/>
            <a:t>Fornecem relatórios do desempenho em tempo real baseados em TPS.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2000" kern="1200"/>
            <a:t>Respondem a questões de rotina com pouca capacidade analítica.</a:t>
          </a:r>
          <a:endParaRPr lang="en-US" sz="2000" kern="1200"/>
        </a:p>
      </dsp:txBody>
      <dsp:txXfrm>
        <a:off x="0" y="3255999"/>
        <a:ext cx="6832212" cy="16146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61DCC4-C589-4098-95E5-8CBE9299F823}">
      <dsp:nvSpPr>
        <dsp:cNvPr id="0" name=""/>
        <dsp:cNvSpPr/>
      </dsp:nvSpPr>
      <dsp:spPr>
        <a:xfrm>
          <a:off x="0" y="201444"/>
          <a:ext cx="6832212" cy="79150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300" b="1" kern="1200"/>
            <a:t>DSS (Decision Support Systems)</a:t>
          </a:r>
          <a:endParaRPr lang="en-US" sz="3300" kern="1200"/>
        </a:p>
      </dsp:txBody>
      <dsp:txXfrm>
        <a:off x="38638" y="240082"/>
        <a:ext cx="6754936" cy="714229"/>
      </dsp:txXfrm>
    </dsp:sp>
    <dsp:sp modelId="{60225DCC-07A9-4E36-A3C2-5CD6278BACF4}">
      <dsp:nvSpPr>
        <dsp:cNvPr id="0" name=""/>
        <dsp:cNvSpPr/>
      </dsp:nvSpPr>
      <dsp:spPr>
        <a:xfrm>
          <a:off x="0" y="992949"/>
          <a:ext cx="6832212" cy="1639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6923" tIns="41910" rIns="234696" bIns="4191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2600" kern="1200"/>
            <a:t>Auxiliam a gestão intermédia em </a:t>
          </a:r>
          <a:r>
            <a:rPr lang="pt-PT" sz="2600" b="1" kern="1200"/>
            <a:t>decisões não rotineiras.</a:t>
          </a:r>
          <a:endParaRPr lang="en-US" sz="2600" kern="120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2600" kern="1200"/>
            <a:t>Utilizam informação externa e dos TPS/MIS.</a:t>
          </a:r>
          <a:endParaRPr lang="en-US" sz="2600" kern="1200"/>
        </a:p>
      </dsp:txBody>
      <dsp:txXfrm>
        <a:off x="0" y="992949"/>
        <a:ext cx="6832212" cy="1639440"/>
      </dsp:txXfrm>
    </dsp:sp>
    <dsp:sp modelId="{8CDC98AE-D28A-4B6C-BBEE-6B8CCF718D96}">
      <dsp:nvSpPr>
        <dsp:cNvPr id="0" name=""/>
        <dsp:cNvSpPr/>
      </dsp:nvSpPr>
      <dsp:spPr>
        <a:xfrm>
          <a:off x="0" y="2632389"/>
          <a:ext cx="6832212" cy="791505"/>
        </a:xfrm>
        <a:prstGeom prst="roundRect">
          <a:avLst/>
        </a:prstGeom>
        <a:gradFill rotWithShape="0">
          <a:gsLst>
            <a:gs pos="0">
              <a:schemeClr val="accent2">
                <a:hueOff val="453165"/>
                <a:satOff val="-47993"/>
                <a:lumOff val="-1176"/>
                <a:alphaOff val="0"/>
                <a:tint val="96000"/>
                <a:lumMod val="104000"/>
              </a:schemeClr>
            </a:gs>
            <a:gs pos="100000">
              <a:schemeClr val="accent2">
                <a:hueOff val="453165"/>
                <a:satOff val="-47993"/>
                <a:lumOff val="-1176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300" b="1" kern="1200"/>
            <a:t>ESS (Executive Support Systems)</a:t>
          </a:r>
          <a:endParaRPr lang="en-US" sz="3300" kern="1200"/>
        </a:p>
      </dsp:txBody>
      <dsp:txXfrm>
        <a:off x="38638" y="2671027"/>
        <a:ext cx="6754936" cy="714229"/>
      </dsp:txXfrm>
    </dsp:sp>
    <dsp:sp modelId="{3AB588BF-65CD-42C5-91D1-0EAB3EE14B4F}">
      <dsp:nvSpPr>
        <dsp:cNvPr id="0" name=""/>
        <dsp:cNvSpPr/>
      </dsp:nvSpPr>
      <dsp:spPr>
        <a:xfrm>
          <a:off x="0" y="3423894"/>
          <a:ext cx="6832212" cy="1639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6923" tIns="41910" rIns="234696" bIns="4191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2600" kern="1200"/>
            <a:t>Dão suporte à </a:t>
          </a:r>
          <a:r>
            <a:rPr lang="pt-PT" sz="2600" b="1" kern="1200"/>
            <a:t>gestão de topo </a:t>
          </a:r>
          <a:r>
            <a:rPr lang="pt-PT" sz="2600" kern="1200"/>
            <a:t>em decisões complexas.</a:t>
          </a:r>
          <a:endParaRPr lang="en-US" sz="2600" kern="120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2600" kern="1200"/>
            <a:t>Exigem julgamento e incluem dados externos e resumos do MIS/DSS.</a:t>
          </a:r>
          <a:endParaRPr lang="en-US" sz="2600" kern="1200"/>
        </a:p>
      </dsp:txBody>
      <dsp:txXfrm>
        <a:off x="0" y="3423894"/>
        <a:ext cx="6832212" cy="16394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C38A8D-6B00-4A51-A3AB-9087CEF8DB8D}">
      <dsp:nvSpPr>
        <dsp:cNvPr id="0" name=""/>
        <dsp:cNvSpPr/>
      </dsp:nvSpPr>
      <dsp:spPr>
        <a:xfrm>
          <a:off x="0" y="203469"/>
          <a:ext cx="6832212" cy="62361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600" b="1" kern="1200"/>
            <a:t>Módulo Clientes </a:t>
          </a:r>
          <a:r>
            <a:rPr lang="pt-PT" sz="2600" kern="1200"/>
            <a:t>- Programa Moloni</a:t>
          </a:r>
        </a:p>
      </dsp:txBody>
      <dsp:txXfrm>
        <a:off x="30442" y="233911"/>
        <a:ext cx="6771328" cy="562726"/>
      </dsp:txXfrm>
    </dsp:sp>
    <dsp:sp modelId="{3B067E3F-FA83-4D4E-9E4D-00999879DB25}">
      <dsp:nvSpPr>
        <dsp:cNvPr id="0" name=""/>
        <dsp:cNvSpPr/>
      </dsp:nvSpPr>
      <dsp:spPr>
        <a:xfrm>
          <a:off x="0" y="827079"/>
          <a:ext cx="6832212" cy="995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6923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2000" b="1" kern="1200" dirty="0"/>
            <a:t>TPS &amp; MIS</a:t>
          </a:r>
          <a:r>
            <a:rPr lang="pt-PT" sz="2000" kern="1200" dirty="0"/>
            <a:t>: Registo eficiente e relatórios analíticos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2000" b="1" kern="1200" dirty="0"/>
            <a:t>Impacto</a:t>
          </a:r>
          <a:r>
            <a:rPr lang="pt-PT" sz="2000" kern="1200" dirty="0"/>
            <a:t>: Melhoria na satisfação do cliente e aumento das vendas</a:t>
          </a:r>
          <a:endParaRPr lang="en-US" sz="2000" kern="1200" dirty="0"/>
        </a:p>
      </dsp:txBody>
      <dsp:txXfrm>
        <a:off x="0" y="827079"/>
        <a:ext cx="6832212" cy="995670"/>
      </dsp:txXfrm>
    </dsp:sp>
    <dsp:sp modelId="{E3A9898C-6E83-4258-9828-663EB56B2E3B}">
      <dsp:nvSpPr>
        <dsp:cNvPr id="0" name=""/>
        <dsp:cNvSpPr/>
      </dsp:nvSpPr>
      <dsp:spPr>
        <a:xfrm>
          <a:off x="0" y="1822749"/>
          <a:ext cx="6832212" cy="623610"/>
        </a:xfrm>
        <a:prstGeom prst="roundRect">
          <a:avLst/>
        </a:prstGeom>
        <a:gradFill rotWithShape="0">
          <a:gsLst>
            <a:gs pos="0">
              <a:schemeClr val="accent2">
                <a:hueOff val="226582"/>
                <a:satOff val="-23996"/>
                <a:lumOff val="-588"/>
                <a:alphaOff val="0"/>
                <a:tint val="96000"/>
                <a:lumMod val="104000"/>
              </a:schemeClr>
            </a:gs>
            <a:gs pos="100000">
              <a:schemeClr val="accent2">
                <a:hueOff val="226582"/>
                <a:satOff val="-23996"/>
                <a:lumOff val="-588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600" b="1" kern="1200"/>
            <a:t>Módulo Compras </a:t>
          </a:r>
          <a:r>
            <a:rPr lang="pt-PT" sz="2600" kern="1200"/>
            <a:t>- Programa Moloni</a:t>
          </a:r>
          <a:endParaRPr lang="en-US" sz="2600" kern="1200"/>
        </a:p>
      </dsp:txBody>
      <dsp:txXfrm>
        <a:off x="30442" y="1853191"/>
        <a:ext cx="6771328" cy="562726"/>
      </dsp:txXfrm>
    </dsp:sp>
    <dsp:sp modelId="{D1360014-C583-4F12-B155-2F240404753E}">
      <dsp:nvSpPr>
        <dsp:cNvPr id="0" name=""/>
        <dsp:cNvSpPr/>
      </dsp:nvSpPr>
      <dsp:spPr>
        <a:xfrm>
          <a:off x="0" y="2446359"/>
          <a:ext cx="6832212" cy="995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6923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2000" b="1" kern="1200" dirty="0"/>
            <a:t>TPS &amp; MIS:</a:t>
          </a:r>
          <a:r>
            <a:rPr lang="pt-PT" sz="2000" kern="1200" dirty="0"/>
            <a:t> Registo eficiente e relatórios analíticos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2000" b="1" kern="1200" dirty="0"/>
            <a:t>Impacto</a:t>
          </a:r>
          <a:r>
            <a:rPr lang="pt-PT" sz="2000" kern="1200" dirty="0"/>
            <a:t>: Melhoria na satisfação do cliente e aumento das vendas</a:t>
          </a:r>
          <a:endParaRPr lang="en-US" sz="2000" kern="1200" dirty="0"/>
        </a:p>
      </dsp:txBody>
      <dsp:txXfrm>
        <a:off x="0" y="2446359"/>
        <a:ext cx="6832212" cy="995670"/>
      </dsp:txXfrm>
    </dsp:sp>
    <dsp:sp modelId="{6A40C396-EB6D-40CE-BE4D-0E17D9326CAA}">
      <dsp:nvSpPr>
        <dsp:cNvPr id="0" name=""/>
        <dsp:cNvSpPr/>
      </dsp:nvSpPr>
      <dsp:spPr>
        <a:xfrm>
          <a:off x="0" y="3442029"/>
          <a:ext cx="6832212" cy="623610"/>
        </a:xfrm>
        <a:prstGeom prst="roundRect">
          <a:avLst/>
        </a:prstGeom>
        <a:gradFill rotWithShape="0">
          <a:gsLst>
            <a:gs pos="0">
              <a:schemeClr val="accent2">
                <a:hueOff val="453165"/>
                <a:satOff val="-47993"/>
                <a:lumOff val="-1176"/>
                <a:alphaOff val="0"/>
                <a:tint val="96000"/>
                <a:lumMod val="104000"/>
              </a:schemeClr>
            </a:gs>
            <a:gs pos="100000">
              <a:schemeClr val="accent2">
                <a:hueOff val="453165"/>
                <a:satOff val="-47993"/>
                <a:lumOff val="-1176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600" b="1" kern="1200"/>
            <a:t>Módulo Stock </a:t>
          </a:r>
          <a:r>
            <a:rPr lang="pt-PT" sz="2600" kern="1200"/>
            <a:t>- Programa Moloni</a:t>
          </a:r>
          <a:endParaRPr lang="en-US" sz="2600" kern="1200"/>
        </a:p>
      </dsp:txBody>
      <dsp:txXfrm>
        <a:off x="30442" y="3472471"/>
        <a:ext cx="6771328" cy="562726"/>
      </dsp:txXfrm>
    </dsp:sp>
    <dsp:sp modelId="{9CDB16C5-9710-4837-9014-4FE7060E9D6B}">
      <dsp:nvSpPr>
        <dsp:cNvPr id="0" name=""/>
        <dsp:cNvSpPr/>
      </dsp:nvSpPr>
      <dsp:spPr>
        <a:xfrm>
          <a:off x="0" y="4065639"/>
          <a:ext cx="6832212" cy="995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6923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2000" b="1" kern="1200" dirty="0"/>
            <a:t>TPS &amp; MIS</a:t>
          </a:r>
          <a:r>
            <a:rPr lang="pt-PT" sz="2000" kern="1200" dirty="0"/>
            <a:t>: Gestão eficaz do inventário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2000" b="1" kern="1200" dirty="0"/>
            <a:t>Impacto</a:t>
          </a:r>
          <a:r>
            <a:rPr lang="pt-PT" sz="2000" kern="1200" dirty="0"/>
            <a:t>: Minimização do excesso de stock e maximização das vendas</a:t>
          </a:r>
          <a:endParaRPr lang="en-US" sz="2000" kern="1200" dirty="0"/>
        </a:p>
      </dsp:txBody>
      <dsp:txXfrm>
        <a:off x="0" y="4065639"/>
        <a:ext cx="6832212" cy="99567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4A5C7B-BFE7-411D-AF6B-F6A4E117E25A}">
      <dsp:nvSpPr>
        <dsp:cNvPr id="0" name=""/>
        <dsp:cNvSpPr/>
      </dsp:nvSpPr>
      <dsp:spPr>
        <a:xfrm>
          <a:off x="0" y="58209"/>
          <a:ext cx="6832212" cy="12121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800" b="1" kern="1200"/>
            <a:t>Módulo de Recursos Humanos </a:t>
          </a:r>
          <a:r>
            <a:rPr lang="pt-PT" sz="2800" kern="1200"/>
            <a:t>– Word/Papel</a:t>
          </a:r>
          <a:endParaRPr lang="en-US" sz="2800" kern="1200"/>
        </a:p>
      </dsp:txBody>
      <dsp:txXfrm>
        <a:off x="59171" y="117380"/>
        <a:ext cx="6713870" cy="1093778"/>
      </dsp:txXfrm>
    </dsp:sp>
    <dsp:sp modelId="{44C820C6-332E-4992-ADB6-48DDD30E3605}">
      <dsp:nvSpPr>
        <dsp:cNvPr id="0" name=""/>
        <dsp:cNvSpPr/>
      </dsp:nvSpPr>
      <dsp:spPr>
        <a:xfrm>
          <a:off x="0" y="1270329"/>
          <a:ext cx="6832212" cy="15359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6923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2200" b="1" kern="1200"/>
            <a:t>TPS: </a:t>
          </a:r>
          <a:r>
            <a:rPr lang="pt-PT" sz="2200" kern="1200"/>
            <a:t>monitorização de assiduidade e produtividade.</a:t>
          </a:r>
          <a:endParaRPr lang="en-US" sz="2200" kern="1200"/>
        </a:p>
        <a:p>
          <a:pPr marL="228600" lvl="1" indent="-228600" algn="l" defTabSz="9779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2200" b="1" kern="1200"/>
            <a:t>Impacto</a:t>
          </a:r>
          <a:r>
            <a:rPr lang="pt-PT" sz="2200" kern="1200"/>
            <a:t>: Crescimento empresarial e maximização de lucro.</a:t>
          </a:r>
          <a:endParaRPr lang="en-US" sz="2200" kern="1200"/>
        </a:p>
      </dsp:txBody>
      <dsp:txXfrm>
        <a:off x="0" y="1270329"/>
        <a:ext cx="6832212" cy="1535940"/>
      </dsp:txXfrm>
    </dsp:sp>
    <dsp:sp modelId="{7736EB4C-1DD0-447B-9BE7-BFD60395D7A8}">
      <dsp:nvSpPr>
        <dsp:cNvPr id="0" name=""/>
        <dsp:cNvSpPr/>
      </dsp:nvSpPr>
      <dsp:spPr>
        <a:xfrm>
          <a:off x="0" y="2806269"/>
          <a:ext cx="6832212" cy="121212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800" b="1" kern="1200" dirty="0"/>
            <a:t>Módulo de Serviços </a:t>
          </a:r>
          <a:r>
            <a:rPr lang="pt-PT" sz="2800" kern="1200" dirty="0"/>
            <a:t>–Word/Papel</a:t>
          </a:r>
          <a:endParaRPr lang="en-US" sz="2800" kern="1200" dirty="0"/>
        </a:p>
      </dsp:txBody>
      <dsp:txXfrm>
        <a:off x="59171" y="2865440"/>
        <a:ext cx="6713870" cy="1093778"/>
      </dsp:txXfrm>
    </dsp:sp>
    <dsp:sp modelId="{BC4324D9-0360-492E-9B96-B7FC1735125A}">
      <dsp:nvSpPr>
        <dsp:cNvPr id="0" name=""/>
        <dsp:cNvSpPr/>
      </dsp:nvSpPr>
      <dsp:spPr>
        <a:xfrm>
          <a:off x="0" y="4018389"/>
          <a:ext cx="6832212" cy="1188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6923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2200" b="1" kern="1200" dirty="0"/>
            <a:t>TPS: </a:t>
          </a:r>
          <a:r>
            <a:rPr lang="pt-PT" sz="2200" kern="1200" dirty="0"/>
            <a:t>gestão eficiente de recursos e serviços.</a:t>
          </a:r>
          <a:endParaRPr lang="en-US" sz="2200" kern="1200" dirty="0"/>
        </a:p>
        <a:p>
          <a:pPr marL="228600" lvl="1" indent="-228600" algn="l" defTabSz="9779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2200" b="1" kern="1200"/>
            <a:t>Impacto</a:t>
          </a:r>
          <a:r>
            <a:rPr lang="pt-PT" sz="2200" kern="1200"/>
            <a:t>: Qualidade de serviço e eficiência operacional para mais lucro.</a:t>
          </a:r>
          <a:endParaRPr lang="en-US" sz="2200" kern="1200"/>
        </a:p>
      </dsp:txBody>
      <dsp:txXfrm>
        <a:off x="0" y="4018389"/>
        <a:ext cx="6832212" cy="11881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928C1B-C5D2-44E2-B4A7-89E7C6EE155E}">
      <dsp:nvSpPr>
        <dsp:cNvPr id="0" name=""/>
        <dsp:cNvSpPr/>
      </dsp:nvSpPr>
      <dsp:spPr>
        <a:xfrm>
          <a:off x="0" y="225575"/>
          <a:ext cx="6832212" cy="955597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200" b="1" kern="1200"/>
            <a:t>Módulo Contabilidade </a:t>
          </a:r>
          <a:r>
            <a:rPr lang="pt-PT" sz="2200" kern="1200"/>
            <a:t>- Programa Moloni</a:t>
          </a:r>
          <a:endParaRPr lang="en-US" sz="2200" kern="1200"/>
        </a:p>
      </dsp:txBody>
      <dsp:txXfrm>
        <a:off x="46648" y="272223"/>
        <a:ext cx="6738916" cy="862301"/>
      </dsp:txXfrm>
    </dsp:sp>
    <dsp:sp modelId="{8F07072A-8C14-46D4-9C8B-2715641581B4}">
      <dsp:nvSpPr>
        <dsp:cNvPr id="0" name=""/>
        <dsp:cNvSpPr/>
      </dsp:nvSpPr>
      <dsp:spPr>
        <a:xfrm>
          <a:off x="0" y="1181173"/>
          <a:ext cx="6832212" cy="6489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6923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1700" b="1" kern="1200"/>
            <a:t>MIS &amp; TPS</a:t>
          </a:r>
          <a:r>
            <a:rPr lang="pt-PT" sz="1700" kern="1200"/>
            <a:t>: Relatórios de lucros e conformidade fiscal (SAFT)</a:t>
          </a:r>
          <a:endParaRPr lang="en-US" sz="1700" kern="1200"/>
        </a:p>
        <a:p>
          <a:pPr marL="171450" lvl="1" indent="-171450" algn="l" defTabSz="75565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1700" kern="1200"/>
            <a:t>I</a:t>
          </a:r>
          <a:r>
            <a:rPr lang="pt-PT" sz="1700" b="1" kern="1200"/>
            <a:t>mpacto</a:t>
          </a:r>
          <a:r>
            <a:rPr lang="pt-PT" sz="1700" kern="1200"/>
            <a:t>: Visão clara da saúde financeira</a:t>
          </a:r>
          <a:endParaRPr lang="en-US" sz="1700" kern="1200"/>
        </a:p>
      </dsp:txBody>
      <dsp:txXfrm>
        <a:off x="0" y="1181173"/>
        <a:ext cx="6832212" cy="648945"/>
      </dsp:txXfrm>
    </dsp:sp>
    <dsp:sp modelId="{09A8F69C-4256-4D45-9D3A-49559955B3ED}">
      <dsp:nvSpPr>
        <dsp:cNvPr id="0" name=""/>
        <dsp:cNvSpPr/>
      </dsp:nvSpPr>
      <dsp:spPr>
        <a:xfrm>
          <a:off x="0" y="1830118"/>
          <a:ext cx="6832212" cy="955597"/>
        </a:xfrm>
        <a:prstGeom prst="roundRect">
          <a:avLst/>
        </a:prstGeom>
        <a:gradFill rotWithShape="0">
          <a:gsLst>
            <a:gs pos="0">
              <a:schemeClr val="accent2">
                <a:hueOff val="226582"/>
                <a:satOff val="-23996"/>
                <a:lumOff val="-588"/>
                <a:alphaOff val="0"/>
                <a:tint val="96000"/>
                <a:lumMod val="104000"/>
              </a:schemeClr>
            </a:gs>
            <a:gs pos="100000">
              <a:schemeClr val="accent2">
                <a:hueOff val="226582"/>
                <a:satOff val="-23996"/>
                <a:lumOff val="-588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200" b="1" kern="1200"/>
            <a:t>Módulo Faturação </a:t>
          </a:r>
          <a:r>
            <a:rPr lang="pt-PT" sz="2200" kern="1200"/>
            <a:t>- Programa Moloni</a:t>
          </a:r>
          <a:endParaRPr lang="en-US" sz="2200" kern="1200"/>
        </a:p>
      </dsp:txBody>
      <dsp:txXfrm>
        <a:off x="46648" y="1876766"/>
        <a:ext cx="6738916" cy="862301"/>
      </dsp:txXfrm>
    </dsp:sp>
    <dsp:sp modelId="{960D1302-4C4A-460C-A794-24C617F9A788}">
      <dsp:nvSpPr>
        <dsp:cNvPr id="0" name=""/>
        <dsp:cNvSpPr/>
      </dsp:nvSpPr>
      <dsp:spPr>
        <a:xfrm>
          <a:off x="0" y="2785715"/>
          <a:ext cx="6832212" cy="6489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6923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1700" b="1" kern="1200"/>
            <a:t>TPS</a:t>
          </a:r>
          <a:r>
            <a:rPr lang="pt-PT" sz="1700" kern="1200"/>
            <a:t>: Precisão nas transações e faturação</a:t>
          </a:r>
          <a:endParaRPr lang="en-US" sz="1700" kern="1200"/>
        </a:p>
        <a:p>
          <a:pPr marL="171450" lvl="1" indent="-171450" algn="l" defTabSz="75565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1700" b="1" kern="1200"/>
            <a:t>Impacto</a:t>
          </a:r>
          <a:r>
            <a:rPr lang="pt-PT" sz="1700" kern="1200"/>
            <a:t>: Acurácia das receitas e aumento do lucro</a:t>
          </a:r>
          <a:endParaRPr lang="en-US" sz="1700" kern="1200"/>
        </a:p>
      </dsp:txBody>
      <dsp:txXfrm>
        <a:off x="0" y="2785715"/>
        <a:ext cx="6832212" cy="648945"/>
      </dsp:txXfrm>
    </dsp:sp>
    <dsp:sp modelId="{03EB3BB5-EFB3-4E3C-B48A-23D8AD0FB458}">
      <dsp:nvSpPr>
        <dsp:cNvPr id="0" name=""/>
        <dsp:cNvSpPr/>
      </dsp:nvSpPr>
      <dsp:spPr>
        <a:xfrm>
          <a:off x="0" y="3434660"/>
          <a:ext cx="6832212" cy="955597"/>
        </a:xfrm>
        <a:prstGeom prst="roundRect">
          <a:avLst/>
        </a:prstGeom>
        <a:gradFill rotWithShape="0">
          <a:gsLst>
            <a:gs pos="0">
              <a:schemeClr val="accent2">
                <a:hueOff val="453165"/>
                <a:satOff val="-47993"/>
                <a:lumOff val="-1176"/>
                <a:alphaOff val="0"/>
                <a:tint val="96000"/>
                <a:lumMod val="104000"/>
              </a:schemeClr>
            </a:gs>
            <a:gs pos="100000">
              <a:schemeClr val="accent2">
                <a:hueOff val="453165"/>
                <a:satOff val="-47993"/>
                <a:lumOff val="-1176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200" b="1" kern="1200"/>
            <a:t>Módulo de Gestão de Subcontratações de Empresas </a:t>
          </a:r>
          <a:r>
            <a:rPr lang="pt-PT" sz="2200" kern="1200"/>
            <a:t>– Portais online externos e email:</a:t>
          </a:r>
          <a:endParaRPr lang="en-US" sz="2200" kern="1200"/>
        </a:p>
      </dsp:txBody>
      <dsp:txXfrm>
        <a:off x="46648" y="3481308"/>
        <a:ext cx="6738916" cy="862301"/>
      </dsp:txXfrm>
    </dsp:sp>
    <dsp:sp modelId="{A8C58E06-F872-4E09-A573-9BD972D726ED}">
      <dsp:nvSpPr>
        <dsp:cNvPr id="0" name=""/>
        <dsp:cNvSpPr/>
      </dsp:nvSpPr>
      <dsp:spPr>
        <a:xfrm>
          <a:off x="0" y="4390258"/>
          <a:ext cx="6832212" cy="6489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6923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1700" b="1" kern="1200"/>
            <a:t>TPS</a:t>
          </a:r>
          <a:r>
            <a:rPr lang="pt-PT" sz="1700" kern="1200"/>
            <a:t>: Otimização de custos e eficiência de pagamentos</a:t>
          </a:r>
          <a:endParaRPr lang="en-US" sz="1700" kern="1200"/>
        </a:p>
        <a:p>
          <a:pPr marL="171450" lvl="1" indent="-171450" algn="l" defTabSz="75565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1700" b="1" kern="1200"/>
            <a:t>Impacto</a:t>
          </a:r>
          <a:r>
            <a:rPr lang="pt-PT" sz="1700" kern="1200"/>
            <a:t>: Redução de despesas e aumento de lucro</a:t>
          </a:r>
          <a:endParaRPr lang="en-US" sz="1700" kern="1200"/>
        </a:p>
      </dsp:txBody>
      <dsp:txXfrm>
        <a:off x="0" y="4390258"/>
        <a:ext cx="6832212" cy="64894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5D5063-B3B6-4647-8DEF-5BE9B3C1E233}">
      <dsp:nvSpPr>
        <dsp:cNvPr id="0" name=""/>
        <dsp:cNvSpPr/>
      </dsp:nvSpPr>
      <dsp:spPr>
        <a:xfrm>
          <a:off x="0" y="4041"/>
          <a:ext cx="8915400" cy="86091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FEA24B-4ED3-4E68-A294-E8F3C67083E9}">
      <dsp:nvSpPr>
        <dsp:cNvPr id="0" name=""/>
        <dsp:cNvSpPr/>
      </dsp:nvSpPr>
      <dsp:spPr>
        <a:xfrm>
          <a:off x="260427" y="197747"/>
          <a:ext cx="473503" cy="4735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C83761-C6F0-4885-A363-6E5B34978DCC}">
      <dsp:nvSpPr>
        <dsp:cNvPr id="0" name=""/>
        <dsp:cNvSpPr/>
      </dsp:nvSpPr>
      <dsp:spPr>
        <a:xfrm>
          <a:off x="994357" y="4041"/>
          <a:ext cx="7921042" cy="860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14" tIns="91114" rIns="91114" bIns="91114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500" b="1" kern="1200" dirty="0" err="1"/>
            <a:t>Moloni</a:t>
          </a:r>
          <a:r>
            <a:rPr lang="pt-PT" sz="1500" kern="1200" dirty="0"/>
            <a:t>: Sistema </a:t>
          </a:r>
          <a:r>
            <a:rPr lang="pt-PT" sz="1500" b="1" kern="1200" dirty="0"/>
            <a:t>baseado na </a:t>
          </a:r>
          <a:r>
            <a:rPr lang="pt-PT" sz="1500" b="1" kern="1200" dirty="0" err="1"/>
            <a:t>cloud</a:t>
          </a:r>
          <a:r>
            <a:rPr lang="pt-PT" sz="1500" b="1" kern="1200" dirty="0"/>
            <a:t> </a:t>
          </a:r>
          <a:r>
            <a:rPr lang="pt-PT" sz="1500" kern="1200" dirty="0"/>
            <a:t>que constitui a espinha dorsal do sistema de informação, armazenando </a:t>
          </a:r>
          <a:r>
            <a:rPr lang="pt-PT" sz="1500" b="1" kern="1200" dirty="0"/>
            <a:t>dados online</a:t>
          </a:r>
          <a:r>
            <a:rPr lang="pt-PT" sz="1500" kern="1200" dirty="0"/>
            <a:t> de forma segura.</a:t>
          </a:r>
          <a:endParaRPr lang="en-US" sz="1500" kern="1200" dirty="0"/>
        </a:p>
      </dsp:txBody>
      <dsp:txXfrm>
        <a:off x="994357" y="4041"/>
        <a:ext cx="7921042" cy="860915"/>
      </dsp:txXfrm>
    </dsp:sp>
    <dsp:sp modelId="{EC83CD6B-0D64-4B96-A299-1EC294178BDE}">
      <dsp:nvSpPr>
        <dsp:cNvPr id="0" name=""/>
        <dsp:cNvSpPr/>
      </dsp:nvSpPr>
      <dsp:spPr>
        <a:xfrm>
          <a:off x="0" y="1080186"/>
          <a:ext cx="8915400" cy="86091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D2DA06-81BA-4D11-B872-DB6D444A7B7B}">
      <dsp:nvSpPr>
        <dsp:cNvPr id="0" name=""/>
        <dsp:cNvSpPr/>
      </dsp:nvSpPr>
      <dsp:spPr>
        <a:xfrm>
          <a:off x="260427" y="1273892"/>
          <a:ext cx="473503" cy="4735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850EE7-6821-45DF-83ED-044097B6B58F}">
      <dsp:nvSpPr>
        <dsp:cNvPr id="0" name=""/>
        <dsp:cNvSpPr/>
      </dsp:nvSpPr>
      <dsp:spPr>
        <a:xfrm>
          <a:off x="994357" y="1080186"/>
          <a:ext cx="7921042" cy="860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14" tIns="91114" rIns="91114" bIns="91114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500" b="1" kern="1200"/>
            <a:t>Gmail</a:t>
          </a:r>
          <a:r>
            <a:rPr lang="pt-PT" sz="1500" kern="1200"/>
            <a:t>: Serviço de </a:t>
          </a:r>
          <a:r>
            <a:rPr lang="pt-PT" sz="1500" b="1" kern="1200"/>
            <a:t>email</a:t>
          </a:r>
          <a:r>
            <a:rPr lang="pt-PT" sz="1500" kern="1200"/>
            <a:t> utilizado para a comunicação eficiente com clientes e fornecedores.</a:t>
          </a:r>
          <a:endParaRPr lang="en-US" sz="1500" kern="1200"/>
        </a:p>
      </dsp:txBody>
      <dsp:txXfrm>
        <a:off x="994357" y="1080186"/>
        <a:ext cx="7921042" cy="860915"/>
      </dsp:txXfrm>
    </dsp:sp>
    <dsp:sp modelId="{55CE1213-7CE4-4909-A5FE-85CC3EF6221D}">
      <dsp:nvSpPr>
        <dsp:cNvPr id="0" name=""/>
        <dsp:cNvSpPr/>
      </dsp:nvSpPr>
      <dsp:spPr>
        <a:xfrm>
          <a:off x="0" y="2156331"/>
          <a:ext cx="8915400" cy="86091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660E07-9BA4-4364-B4D3-2884F91F9CD0}">
      <dsp:nvSpPr>
        <dsp:cNvPr id="0" name=""/>
        <dsp:cNvSpPr/>
      </dsp:nvSpPr>
      <dsp:spPr>
        <a:xfrm>
          <a:off x="260427" y="2350037"/>
          <a:ext cx="473503" cy="47350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A8D40B-CC56-4B64-95E8-E51312B0765E}">
      <dsp:nvSpPr>
        <dsp:cNvPr id="0" name=""/>
        <dsp:cNvSpPr/>
      </dsp:nvSpPr>
      <dsp:spPr>
        <a:xfrm>
          <a:off x="994357" y="2156331"/>
          <a:ext cx="7921042" cy="860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14" tIns="91114" rIns="91114" bIns="91114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500" b="1" kern="1200"/>
            <a:t>Google Drive</a:t>
          </a:r>
          <a:r>
            <a:rPr lang="pt-PT" sz="1500" kern="1200"/>
            <a:t>: Ferramenta de </a:t>
          </a:r>
          <a:r>
            <a:rPr lang="pt-PT" sz="1500" b="1" kern="1200"/>
            <a:t>armazenamento e partilha </a:t>
          </a:r>
          <a:r>
            <a:rPr lang="pt-PT" sz="1500" kern="1200"/>
            <a:t>de documentos, facilitando a colaboração e o acesso a informações.</a:t>
          </a:r>
          <a:endParaRPr lang="en-US" sz="1500" kern="1200"/>
        </a:p>
      </dsp:txBody>
      <dsp:txXfrm>
        <a:off x="994357" y="2156331"/>
        <a:ext cx="7921042" cy="860915"/>
      </dsp:txXfrm>
    </dsp:sp>
    <dsp:sp modelId="{0EF7F120-8343-4072-9D6B-991E71FEE568}">
      <dsp:nvSpPr>
        <dsp:cNvPr id="0" name=""/>
        <dsp:cNvSpPr/>
      </dsp:nvSpPr>
      <dsp:spPr>
        <a:xfrm>
          <a:off x="0" y="3232475"/>
          <a:ext cx="8915400" cy="86091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5A6D3C-1676-407E-8637-775B5163B351}">
      <dsp:nvSpPr>
        <dsp:cNvPr id="0" name=""/>
        <dsp:cNvSpPr/>
      </dsp:nvSpPr>
      <dsp:spPr>
        <a:xfrm>
          <a:off x="260427" y="3426181"/>
          <a:ext cx="473503" cy="47350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8787FE-34B8-407B-842D-849795180186}">
      <dsp:nvSpPr>
        <dsp:cNvPr id="0" name=""/>
        <dsp:cNvSpPr/>
      </dsp:nvSpPr>
      <dsp:spPr>
        <a:xfrm>
          <a:off x="994357" y="3232475"/>
          <a:ext cx="7921042" cy="860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14" tIns="91114" rIns="91114" bIns="91114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500" b="1" kern="1200"/>
            <a:t>Website</a:t>
          </a:r>
          <a:r>
            <a:rPr lang="pt-PT" sz="1500" kern="1200"/>
            <a:t>: Vitrine digital da empresa, essencial para a </a:t>
          </a:r>
          <a:r>
            <a:rPr lang="pt-PT" sz="1500" b="1" kern="1200"/>
            <a:t>presença online </a:t>
          </a:r>
          <a:r>
            <a:rPr lang="pt-PT" sz="1500" kern="1200"/>
            <a:t>e interação com o público.</a:t>
          </a:r>
          <a:endParaRPr lang="en-US" sz="1500" kern="1200"/>
        </a:p>
      </dsp:txBody>
      <dsp:txXfrm>
        <a:off x="994357" y="3232475"/>
        <a:ext cx="7921042" cy="860915"/>
      </dsp:txXfrm>
    </dsp:sp>
    <dsp:sp modelId="{8BE25DEC-FABE-43CA-BB9F-81DB49F5905E}">
      <dsp:nvSpPr>
        <dsp:cNvPr id="0" name=""/>
        <dsp:cNvSpPr/>
      </dsp:nvSpPr>
      <dsp:spPr>
        <a:xfrm>
          <a:off x="0" y="4308620"/>
          <a:ext cx="8915400" cy="86091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D96C36-6934-47E7-9B2F-A1B45EAA9886}">
      <dsp:nvSpPr>
        <dsp:cNvPr id="0" name=""/>
        <dsp:cNvSpPr/>
      </dsp:nvSpPr>
      <dsp:spPr>
        <a:xfrm>
          <a:off x="260427" y="4502326"/>
          <a:ext cx="473503" cy="47350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38A626-5E28-424F-AA1B-F43C363821F1}">
      <dsp:nvSpPr>
        <dsp:cNvPr id="0" name=""/>
        <dsp:cNvSpPr/>
      </dsp:nvSpPr>
      <dsp:spPr>
        <a:xfrm>
          <a:off x="994357" y="4308620"/>
          <a:ext cx="7921042" cy="860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14" tIns="91114" rIns="91114" bIns="91114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500" b="1" kern="1200"/>
            <a:t>Conectividade</a:t>
          </a:r>
          <a:r>
            <a:rPr lang="pt-PT" sz="1500" kern="1200"/>
            <a:t>: </a:t>
          </a:r>
          <a:r>
            <a:rPr lang="pt-PT" sz="1500" b="1" kern="1200"/>
            <a:t>MEO Fibra </a:t>
          </a:r>
          <a:r>
            <a:rPr lang="pt-PT" sz="1500" kern="1200"/>
            <a:t>oferece uma conexão rápida e estável com </a:t>
          </a:r>
          <a:r>
            <a:rPr lang="pt-PT" sz="1500" b="1" kern="1200"/>
            <a:t>500 Mb/s de download e 100 Mb/s de upload</a:t>
          </a:r>
          <a:r>
            <a:rPr lang="pt-PT" sz="1500" kern="1200"/>
            <a:t>, garantindo operações online ágeis.</a:t>
          </a:r>
          <a:endParaRPr lang="en-US" sz="1500" kern="1200"/>
        </a:p>
      </dsp:txBody>
      <dsp:txXfrm>
        <a:off x="994357" y="4308620"/>
        <a:ext cx="7921042" cy="86091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0533C3-E05C-4EDC-996E-2623A34CE9DC}">
      <dsp:nvSpPr>
        <dsp:cNvPr id="0" name=""/>
        <dsp:cNvSpPr/>
      </dsp:nvSpPr>
      <dsp:spPr>
        <a:xfrm>
          <a:off x="0" y="855526"/>
          <a:ext cx="6832212" cy="157943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2D7092-EF4B-4ED1-B821-0CD7BB66C4DE}">
      <dsp:nvSpPr>
        <dsp:cNvPr id="0" name=""/>
        <dsp:cNvSpPr/>
      </dsp:nvSpPr>
      <dsp:spPr>
        <a:xfrm>
          <a:off x="477778" y="1210899"/>
          <a:ext cx="868688" cy="8686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8372A3-8814-4436-AB2D-AC4433D91A7D}">
      <dsp:nvSpPr>
        <dsp:cNvPr id="0" name=""/>
        <dsp:cNvSpPr/>
      </dsp:nvSpPr>
      <dsp:spPr>
        <a:xfrm>
          <a:off x="1824245" y="855526"/>
          <a:ext cx="5007966" cy="15794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157" tIns="167157" rIns="167157" bIns="16715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500" kern="1200"/>
            <a:t>Computadores: Windows 11</a:t>
          </a:r>
          <a:endParaRPr lang="en-US" sz="2500" kern="1200"/>
        </a:p>
      </dsp:txBody>
      <dsp:txXfrm>
        <a:off x="1824245" y="855526"/>
        <a:ext cx="5007966" cy="1579433"/>
      </dsp:txXfrm>
    </dsp:sp>
    <dsp:sp modelId="{444CA201-4656-41CB-96F3-F41E7B6476D6}">
      <dsp:nvSpPr>
        <dsp:cNvPr id="0" name=""/>
        <dsp:cNvSpPr/>
      </dsp:nvSpPr>
      <dsp:spPr>
        <a:xfrm>
          <a:off x="0" y="2829818"/>
          <a:ext cx="6832212" cy="157943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7A218D-26C1-49BB-A8EB-10F77C99B7D9}">
      <dsp:nvSpPr>
        <dsp:cNvPr id="0" name=""/>
        <dsp:cNvSpPr/>
      </dsp:nvSpPr>
      <dsp:spPr>
        <a:xfrm>
          <a:off x="477778" y="3185191"/>
          <a:ext cx="868688" cy="8686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71A99B-31EB-44CE-A79B-6DDF9E8CC281}">
      <dsp:nvSpPr>
        <dsp:cNvPr id="0" name=""/>
        <dsp:cNvSpPr/>
      </dsp:nvSpPr>
      <dsp:spPr>
        <a:xfrm>
          <a:off x="1824245" y="2829818"/>
          <a:ext cx="5007966" cy="15794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157" tIns="167157" rIns="167157" bIns="16715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500" kern="1200"/>
            <a:t>Smartphones e Tablet: Android</a:t>
          </a:r>
          <a:endParaRPr lang="en-US" sz="2500" kern="1200"/>
        </a:p>
      </dsp:txBody>
      <dsp:txXfrm>
        <a:off x="1824245" y="2829818"/>
        <a:ext cx="5007966" cy="157943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A6C1DB-C31E-4420-9C3B-A906C40D066F}">
      <dsp:nvSpPr>
        <dsp:cNvPr id="0" name=""/>
        <dsp:cNvSpPr/>
      </dsp:nvSpPr>
      <dsp:spPr>
        <a:xfrm>
          <a:off x="0" y="1862525"/>
          <a:ext cx="6798033" cy="15964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0F5ACF-F88A-4D04-AB2E-EE558DCD76B7}">
      <dsp:nvSpPr>
        <dsp:cNvPr id="0" name=""/>
        <dsp:cNvSpPr/>
      </dsp:nvSpPr>
      <dsp:spPr>
        <a:xfrm>
          <a:off x="482926" y="2221726"/>
          <a:ext cx="878047" cy="878047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l="-2000" r="-2000"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949EA6-2914-4FA4-B109-01AE38C9C4BE}">
      <dsp:nvSpPr>
        <dsp:cNvPr id="0" name=""/>
        <dsp:cNvSpPr/>
      </dsp:nvSpPr>
      <dsp:spPr>
        <a:xfrm>
          <a:off x="1843899" y="1862525"/>
          <a:ext cx="4954133" cy="15964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58" tIns="168958" rIns="168958" bIns="16895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500" kern="1200" dirty="0"/>
            <a:t>É utilizado o Word da Microsoft para relatórios de serviço.</a:t>
          </a:r>
          <a:endParaRPr lang="en-US" sz="2500" kern="1200" dirty="0"/>
        </a:p>
      </dsp:txBody>
      <dsp:txXfrm>
        <a:off x="1843899" y="1862525"/>
        <a:ext cx="4954133" cy="159645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821E2C-FF42-4501-AF42-CEB32605D6F3}">
      <dsp:nvSpPr>
        <dsp:cNvPr id="0" name=""/>
        <dsp:cNvSpPr/>
      </dsp:nvSpPr>
      <dsp:spPr>
        <a:xfrm>
          <a:off x="0" y="642"/>
          <a:ext cx="6832212" cy="15038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05B926-005C-4BBD-B135-D66E90046982}">
      <dsp:nvSpPr>
        <dsp:cNvPr id="0" name=""/>
        <dsp:cNvSpPr/>
      </dsp:nvSpPr>
      <dsp:spPr>
        <a:xfrm>
          <a:off x="454916" y="339010"/>
          <a:ext cx="827120" cy="8271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FA77AB-E4D4-4A22-9582-2691FD108D98}">
      <dsp:nvSpPr>
        <dsp:cNvPr id="0" name=""/>
        <dsp:cNvSpPr/>
      </dsp:nvSpPr>
      <dsp:spPr>
        <a:xfrm>
          <a:off x="1736952" y="642"/>
          <a:ext cx="5095259" cy="1503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58" tIns="159158" rIns="159158" bIns="15915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500" b="1" kern="1200"/>
            <a:t>Rede Wireless</a:t>
          </a:r>
          <a:r>
            <a:rPr lang="pt-PT" sz="2500" kern="1200"/>
            <a:t>: Utilizada para partilha eficiente de ficheiros.</a:t>
          </a:r>
          <a:endParaRPr lang="en-US" sz="2500" kern="1200"/>
        </a:p>
      </dsp:txBody>
      <dsp:txXfrm>
        <a:off x="1736952" y="642"/>
        <a:ext cx="5095259" cy="1503855"/>
      </dsp:txXfrm>
    </dsp:sp>
    <dsp:sp modelId="{8C7D0CC3-4000-47AA-97B8-47EE6566C903}">
      <dsp:nvSpPr>
        <dsp:cNvPr id="0" name=""/>
        <dsp:cNvSpPr/>
      </dsp:nvSpPr>
      <dsp:spPr>
        <a:xfrm>
          <a:off x="0" y="1880461"/>
          <a:ext cx="6832212" cy="15038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527438-9E45-4D12-84CE-49F5E8502548}">
      <dsp:nvSpPr>
        <dsp:cNvPr id="0" name=""/>
        <dsp:cNvSpPr/>
      </dsp:nvSpPr>
      <dsp:spPr>
        <a:xfrm>
          <a:off x="454916" y="2218829"/>
          <a:ext cx="827120" cy="8271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18C06C-87DD-479A-B0B8-B01576549873}">
      <dsp:nvSpPr>
        <dsp:cNvPr id="0" name=""/>
        <dsp:cNvSpPr/>
      </dsp:nvSpPr>
      <dsp:spPr>
        <a:xfrm>
          <a:off x="1736952" y="1880461"/>
          <a:ext cx="5095259" cy="1503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58" tIns="159158" rIns="159158" bIns="15915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500" b="1" kern="1200"/>
            <a:t>Routers</a:t>
          </a:r>
          <a:r>
            <a:rPr lang="pt-PT" sz="2500" kern="1200"/>
            <a:t>: </a:t>
          </a:r>
          <a:r>
            <a:rPr lang="pt-PT" sz="2500" b="1" kern="1200"/>
            <a:t>Huawei GIGABIT </a:t>
          </a:r>
          <a:r>
            <a:rPr lang="pt-PT" sz="2500" kern="1200"/>
            <a:t>e </a:t>
          </a:r>
          <a:r>
            <a:rPr lang="pt-PT" sz="2500" b="1" kern="1200"/>
            <a:t>Meo FiberGateway </a:t>
          </a:r>
          <a:r>
            <a:rPr lang="pt-PT" sz="2500" kern="1200"/>
            <a:t>garantem conectividade robusta.</a:t>
          </a:r>
          <a:endParaRPr lang="en-US" sz="2500" kern="1200"/>
        </a:p>
      </dsp:txBody>
      <dsp:txXfrm>
        <a:off x="1736952" y="1880461"/>
        <a:ext cx="5095259" cy="1503855"/>
      </dsp:txXfrm>
    </dsp:sp>
    <dsp:sp modelId="{05032F77-5DF7-4EF8-BFD3-1D5CFB0AE65D}">
      <dsp:nvSpPr>
        <dsp:cNvPr id="0" name=""/>
        <dsp:cNvSpPr/>
      </dsp:nvSpPr>
      <dsp:spPr>
        <a:xfrm>
          <a:off x="0" y="3760280"/>
          <a:ext cx="6832212" cy="15038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D9BF6A-81AD-441B-8417-D726D694989E}">
      <dsp:nvSpPr>
        <dsp:cNvPr id="0" name=""/>
        <dsp:cNvSpPr/>
      </dsp:nvSpPr>
      <dsp:spPr>
        <a:xfrm>
          <a:off x="454916" y="4098648"/>
          <a:ext cx="827120" cy="8271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79ED34-7423-470E-A9F3-7C42ECF385F8}">
      <dsp:nvSpPr>
        <dsp:cNvPr id="0" name=""/>
        <dsp:cNvSpPr/>
      </dsp:nvSpPr>
      <dsp:spPr>
        <a:xfrm>
          <a:off x="1736952" y="3760280"/>
          <a:ext cx="5095259" cy="1503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58" tIns="159158" rIns="159158" bIns="15915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500" b="1" kern="1200"/>
            <a:t>Switch</a:t>
          </a:r>
          <a:r>
            <a:rPr lang="pt-PT" sz="2500" kern="1200"/>
            <a:t>: </a:t>
          </a:r>
          <a:r>
            <a:rPr lang="pt-PT" sz="2500" b="1" kern="1200"/>
            <a:t>TP-LINK</a:t>
          </a:r>
          <a:r>
            <a:rPr lang="pt-PT" sz="2500" kern="1200"/>
            <a:t> assegura a gestão de tráfego de rede.</a:t>
          </a:r>
          <a:endParaRPr lang="en-US" sz="2500" kern="1200"/>
        </a:p>
      </dsp:txBody>
      <dsp:txXfrm>
        <a:off x="1736952" y="3760280"/>
        <a:ext cx="5095259" cy="150385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22BFF6-CE4A-4880-9ECF-AAAADFE44B8F}">
      <dsp:nvSpPr>
        <dsp:cNvPr id="0" name=""/>
        <dsp:cNvSpPr/>
      </dsp:nvSpPr>
      <dsp:spPr>
        <a:xfrm>
          <a:off x="0" y="855526"/>
          <a:ext cx="6832212" cy="157943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F6EA2E-144C-441C-A3A7-03B054A2034A}">
      <dsp:nvSpPr>
        <dsp:cNvPr id="0" name=""/>
        <dsp:cNvSpPr/>
      </dsp:nvSpPr>
      <dsp:spPr>
        <a:xfrm>
          <a:off x="477778" y="1210899"/>
          <a:ext cx="868688" cy="8686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C331EF-2DCF-416F-BDA7-429F25108841}">
      <dsp:nvSpPr>
        <dsp:cNvPr id="0" name=""/>
        <dsp:cNvSpPr/>
      </dsp:nvSpPr>
      <dsp:spPr>
        <a:xfrm>
          <a:off x="1824245" y="855526"/>
          <a:ext cx="5007966" cy="15794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157" tIns="167157" rIns="167157" bIns="16715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500" b="1" kern="1200"/>
            <a:t>Colaborador Externo</a:t>
          </a:r>
          <a:endParaRPr lang="en-US" sz="2500" kern="1200"/>
        </a:p>
      </dsp:txBody>
      <dsp:txXfrm>
        <a:off x="1824245" y="855526"/>
        <a:ext cx="5007966" cy="1579433"/>
      </dsp:txXfrm>
    </dsp:sp>
    <dsp:sp modelId="{DCEB46CB-D12C-472B-AED2-9BC3A5FC3079}">
      <dsp:nvSpPr>
        <dsp:cNvPr id="0" name=""/>
        <dsp:cNvSpPr/>
      </dsp:nvSpPr>
      <dsp:spPr>
        <a:xfrm>
          <a:off x="0" y="2829818"/>
          <a:ext cx="6832212" cy="157943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BF6F52-B56D-4B4C-A8FE-781D9BFA7E4F}">
      <dsp:nvSpPr>
        <dsp:cNvPr id="0" name=""/>
        <dsp:cNvSpPr/>
      </dsp:nvSpPr>
      <dsp:spPr>
        <a:xfrm>
          <a:off x="477778" y="3185191"/>
          <a:ext cx="868688" cy="8686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CCFE25-3F0D-4D00-B495-F8223F66E39F}">
      <dsp:nvSpPr>
        <dsp:cNvPr id="0" name=""/>
        <dsp:cNvSpPr/>
      </dsp:nvSpPr>
      <dsp:spPr>
        <a:xfrm>
          <a:off x="1824245" y="2829818"/>
          <a:ext cx="5007966" cy="15794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157" tIns="167157" rIns="167157" bIns="16715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500" b="1" kern="1200"/>
            <a:t>Suporte Moloni</a:t>
          </a:r>
          <a:r>
            <a:rPr lang="pt-PT" sz="2500" kern="1200"/>
            <a:t>: Empresa dedicada ao suporte do </a:t>
          </a:r>
          <a:r>
            <a:rPr lang="pt-PT" sz="2500" b="1" kern="1200"/>
            <a:t>software Moloni</a:t>
          </a:r>
          <a:r>
            <a:rPr lang="pt-PT" sz="2500" kern="1200"/>
            <a:t>.</a:t>
          </a:r>
          <a:endParaRPr lang="en-US" sz="2500" kern="1200"/>
        </a:p>
      </dsp:txBody>
      <dsp:txXfrm>
        <a:off x="1824245" y="2829818"/>
        <a:ext cx="5007966" cy="1579433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048627-A572-4DD1-BF31-12DB1319A2B5}">
      <dsp:nvSpPr>
        <dsp:cNvPr id="0" name=""/>
        <dsp:cNvSpPr/>
      </dsp:nvSpPr>
      <dsp:spPr>
        <a:xfrm>
          <a:off x="0" y="461"/>
          <a:ext cx="8915400" cy="107905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424687-A6BC-4D77-A2D7-CEE4C80CD8D6}">
      <dsp:nvSpPr>
        <dsp:cNvPr id="0" name=""/>
        <dsp:cNvSpPr/>
      </dsp:nvSpPr>
      <dsp:spPr>
        <a:xfrm>
          <a:off x="326414" y="243248"/>
          <a:ext cx="593481" cy="5934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B83180-2608-4958-8363-813F9E06353B}">
      <dsp:nvSpPr>
        <dsp:cNvPr id="0" name=""/>
        <dsp:cNvSpPr/>
      </dsp:nvSpPr>
      <dsp:spPr>
        <a:xfrm>
          <a:off x="1246310" y="461"/>
          <a:ext cx="7669089" cy="10790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200" tIns="114200" rIns="114200" bIns="11420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100" b="1" kern="1200"/>
            <a:t>Base de Dados proprietária do programa Moloni</a:t>
          </a:r>
          <a:r>
            <a:rPr lang="pt-PT" sz="2100" kern="1200"/>
            <a:t>: Centraliza a informação mais importante da empresa.</a:t>
          </a:r>
          <a:endParaRPr lang="en-US" sz="2100" kern="1200"/>
        </a:p>
      </dsp:txBody>
      <dsp:txXfrm>
        <a:off x="1246310" y="461"/>
        <a:ext cx="7669089" cy="1079057"/>
      </dsp:txXfrm>
    </dsp:sp>
    <dsp:sp modelId="{0197AC9F-FC97-4B26-9AC6-31BB0DF40F5E}">
      <dsp:nvSpPr>
        <dsp:cNvPr id="0" name=""/>
        <dsp:cNvSpPr/>
      </dsp:nvSpPr>
      <dsp:spPr>
        <a:xfrm>
          <a:off x="0" y="1349282"/>
          <a:ext cx="8915400" cy="107905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9BE91A-4DFE-4618-913F-75E5697EAAE1}">
      <dsp:nvSpPr>
        <dsp:cNvPr id="0" name=""/>
        <dsp:cNvSpPr/>
      </dsp:nvSpPr>
      <dsp:spPr>
        <a:xfrm>
          <a:off x="326414" y="1592070"/>
          <a:ext cx="593481" cy="5934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12F5D0-3358-4550-BB93-65264D94BAB8}">
      <dsp:nvSpPr>
        <dsp:cNvPr id="0" name=""/>
        <dsp:cNvSpPr/>
      </dsp:nvSpPr>
      <dsp:spPr>
        <a:xfrm>
          <a:off x="1246310" y="1349282"/>
          <a:ext cx="7669089" cy="10790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200" tIns="114200" rIns="114200" bIns="11420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100" b="1" kern="1200"/>
            <a:t>Documentação Física</a:t>
          </a:r>
          <a:r>
            <a:rPr lang="pt-PT" sz="2100" kern="1200"/>
            <a:t>: Utilização de </a:t>
          </a:r>
          <a:r>
            <a:rPr lang="pt-PT" sz="2100" b="1" kern="1200"/>
            <a:t>papel</a:t>
          </a:r>
          <a:r>
            <a:rPr lang="pt-PT" sz="2100" kern="1200"/>
            <a:t> para folhas de serviço.</a:t>
          </a:r>
          <a:endParaRPr lang="en-US" sz="2100" kern="1200"/>
        </a:p>
      </dsp:txBody>
      <dsp:txXfrm>
        <a:off x="1246310" y="1349282"/>
        <a:ext cx="7669089" cy="1079057"/>
      </dsp:txXfrm>
    </dsp:sp>
    <dsp:sp modelId="{7CE42352-ADBF-4F13-BF71-A79D1BE3B3A3}">
      <dsp:nvSpPr>
        <dsp:cNvPr id="0" name=""/>
        <dsp:cNvSpPr/>
      </dsp:nvSpPr>
      <dsp:spPr>
        <a:xfrm>
          <a:off x="0" y="2698103"/>
          <a:ext cx="8915400" cy="107905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C451DF-55F8-4656-8249-A15B4DE6258E}">
      <dsp:nvSpPr>
        <dsp:cNvPr id="0" name=""/>
        <dsp:cNvSpPr/>
      </dsp:nvSpPr>
      <dsp:spPr>
        <a:xfrm>
          <a:off x="326414" y="2940891"/>
          <a:ext cx="593481" cy="5934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689C32-DE29-45DC-AB52-B0992F57ECA7}">
      <dsp:nvSpPr>
        <dsp:cNvPr id="0" name=""/>
        <dsp:cNvSpPr/>
      </dsp:nvSpPr>
      <dsp:spPr>
        <a:xfrm>
          <a:off x="1246310" y="2698103"/>
          <a:ext cx="7669089" cy="10790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200" tIns="114200" rIns="114200" bIns="11420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100" b="1" kern="1200"/>
            <a:t>Armazenamento Local</a:t>
          </a:r>
          <a:r>
            <a:rPr lang="pt-PT" sz="2100" kern="1200"/>
            <a:t>: </a:t>
          </a:r>
          <a:r>
            <a:rPr lang="pt-PT" sz="2100" b="1" kern="1200"/>
            <a:t>Pastas digitais com words </a:t>
          </a:r>
          <a:r>
            <a:rPr lang="pt-PT" sz="2100" kern="1200"/>
            <a:t>no computador para relatórios de serviço.</a:t>
          </a:r>
          <a:endParaRPr lang="en-US" sz="2100" kern="1200"/>
        </a:p>
      </dsp:txBody>
      <dsp:txXfrm>
        <a:off x="1246310" y="2698103"/>
        <a:ext cx="7669089" cy="1079057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143845-B533-44CD-8F63-C5A14F2E675B}">
      <dsp:nvSpPr>
        <dsp:cNvPr id="0" name=""/>
        <dsp:cNvSpPr/>
      </dsp:nvSpPr>
      <dsp:spPr>
        <a:xfrm>
          <a:off x="0" y="642"/>
          <a:ext cx="6832212" cy="15038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0D9A3F-DAC7-4623-BF43-0F2A5D80A963}">
      <dsp:nvSpPr>
        <dsp:cNvPr id="0" name=""/>
        <dsp:cNvSpPr/>
      </dsp:nvSpPr>
      <dsp:spPr>
        <a:xfrm>
          <a:off x="454916" y="339010"/>
          <a:ext cx="827120" cy="8271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7E9EFF-1C8D-4303-BD00-EE4B75838E61}">
      <dsp:nvSpPr>
        <dsp:cNvPr id="0" name=""/>
        <dsp:cNvSpPr/>
      </dsp:nvSpPr>
      <dsp:spPr>
        <a:xfrm>
          <a:off x="1736952" y="642"/>
          <a:ext cx="5095259" cy="1503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58" tIns="159158" rIns="159158" bIns="159158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500" b="1" kern="1200" dirty="0" err="1"/>
            <a:t>Moloni</a:t>
          </a:r>
          <a:r>
            <a:rPr lang="pt-PT" sz="1500" b="1" kern="1200" dirty="0"/>
            <a:t> (</a:t>
          </a:r>
          <a:r>
            <a:rPr lang="pt-PT" sz="1500" b="1" kern="1200" dirty="0" err="1"/>
            <a:t>Cloud</a:t>
          </a:r>
          <a:r>
            <a:rPr lang="pt-PT" sz="1500" b="1" kern="1200" dirty="0"/>
            <a:t>): </a:t>
          </a:r>
          <a:r>
            <a:rPr lang="pt-PT" sz="1500" kern="1200" dirty="0"/>
            <a:t>Armazena dados de faturação, orçamentos, gestão de clientes e stocks. Inserção de dados pelos departamentos de contabilidade, obras, compras e comercial; consultada por estes mesmos departamentos.</a:t>
          </a:r>
          <a:endParaRPr lang="en-US" sz="1500" kern="1200" dirty="0"/>
        </a:p>
      </dsp:txBody>
      <dsp:txXfrm>
        <a:off x="1736952" y="642"/>
        <a:ext cx="5095259" cy="1503855"/>
      </dsp:txXfrm>
    </dsp:sp>
    <dsp:sp modelId="{FD3A60F2-75FD-4F61-8C56-B7E66D36A69C}">
      <dsp:nvSpPr>
        <dsp:cNvPr id="0" name=""/>
        <dsp:cNvSpPr/>
      </dsp:nvSpPr>
      <dsp:spPr>
        <a:xfrm>
          <a:off x="0" y="1865814"/>
          <a:ext cx="6832212" cy="15038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153050-63C7-4F37-8F06-B2C7101518D4}">
      <dsp:nvSpPr>
        <dsp:cNvPr id="0" name=""/>
        <dsp:cNvSpPr/>
      </dsp:nvSpPr>
      <dsp:spPr>
        <a:xfrm>
          <a:off x="454916" y="2218829"/>
          <a:ext cx="827120" cy="8271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DC892E-D8DA-4616-AEC6-110589A97631}">
      <dsp:nvSpPr>
        <dsp:cNvPr id="0" name=""/>
        <dsp:cNvSpPr/>
      </dsp:nvSpPr>
      <dsp:spPr>
        <a:xfrm>
          <a:off x="1736952" y="1880461"/>
          <a:ext cx="5095259" cy="1503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58" tIns="159158" rIns="159158" bIns="159158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500" b="1" kern="1200" dirty="0"/>
            <a:t>Papel</a:t>
          </a:r>
          <a:r>
            <a:rPr lang="pt-PT" sz="1500" kern="1200" dirty="0"/>
            <a:t>: Regista folhas de obra/serviço em tempo real, produzido pelo departamento de obras e consultado pela contabilidade.</a:t>
          </a:r>
          <a:endParaRPr lang="en-US" sz="1500" kern="1200" dirty="0"/>
        </a:p>
      </dsp:txBody>
      <dsp:txXfrm>
        <a:off x="1736952" y="1880461"/>
        <a:ext cx="5095259" cy="1503855"/>
      </dsp:txXfrm>
    </dsp:sp>
    <dsp:sp modelId="{D8EDAF77-2738-4B93-A506-44C7ABCB9662}">
      <dsp:nvSpPr>
        <dsp:cNvPr id="0" name=""/>
        <dsp:cNvSpPr/>
      </dsp:nvSpPr>
      <dsp:spPr>
        <a:xfrm>
          <a:off x="0" y="3760280"/>
          <a:ext cx="6832212" cy="15038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0A3C36-477B-4E7C-96C3-0EB5D43DF16B}">
      <dsp:nvSpPr>
        <dsp:cNvPr id="0" name=""/>
        <dsp:cNvSpPr/>
      </dsp:nvSpPr>
      <dsp:spPr>
        <a:xfrm>
          <a:off x="454916" y="4098648"/>
          <a:ext cx="827120" cy="8271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B92C56-AE07-498C-B618-0345F6FCCBF4}">
      <dsp:nvSpPr>
        <dsp:cNvPr id="0" name=""/>
        <dsp:cNvSpPr/>
      </dsp:nvSpPr>
      <dsp:spPr>
        <a:xfrm>
          <a:off x="1736952" y="3760280"/>
          <a:ext cx="5095259" cy="1503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58" tIns="159158" rIns="159158" bIns="159158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500" b="1" kern="1200" dirty="0"/>
            <a:t>Word</a:t>
          </a:r>
          <a:r>
            <a:rPr lang="pt-PT" sz="1500" kern="1200" dirty="0"/>
            <a:t>: Relatórios de serviço criados pelo departamento comercial, baseados em registros de papel, consultados pelos departamentos de contabilidade, comercial e obras.</a:t>
          </a:r>
          <a:endParaRPr lang="en-US" sz="1500" kern="1200" dirty="0"/>
        </a:p>
      </dsp:txBody>
      <dsp:txXfrm>
        <a:off x="1736952" y="3760280"/>
        <a:ext cx="5095259" cy="1503855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6BD23E-E593-4FDE-84C0-870E8019BF70}">
      <dsp:nvSpPr>
        <dsp:cNvPr id="0" name=""/>
        <dsp:cNvSpPr/>
      </dsp:nvSpPr>
      <dsp:spPr>
        <a:xfrm>
          <a:off x="1845323" y="0"/>
          <a:ext cx="1509048" cy="13519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63E2C9-A3C1-41B6-825F-DE40CE2B511B}">
      <dsp:nvSpPr>
        <dsp:cNvPr id="0" name=""/>
        <dsp:cNvSpPr/>
      </dsp:nvSpPr>
      <dsp:spPr>
        <a:xfrm>
          <a:off x="444064" y="1465978"/>
          <a:ext cx="4311566" cy="579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PT" sz="2300" b="1" kern="1200"/>
            <a:t>Digitalização de Documentos</a:t>
          </a:r>
          <a:endParaRPr lang="en-US" sz="2300" kern="1200"/>
        </a:p>
      </dsp:txBody>
      <dsp:txXfrm>
        <a:off x="444064" y="1465978"/>
        <a:ext cx="4311566" cy="579420"/>
      </dsp:txXfrm>
    </dsp:sp>
    <dsp:sp modelId="{3D993F91-A6C0-4417-BECA-D2687D3BBE6F}">
      <dsp:nvSpPr>
        <dsp:cNvPr id="0" name=""/>
        <dsp:cNvSpPr/>
      </dsp:nvSpPr>
      <dsp:spPr>
        <a:xfrm>
          <a:off x="444064" y="2098421"/>
          <a:ext cx="4311566" cy="863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700" kern="1200"/>
            <a:t>Implementar um sistema eletrônico para substituir o armazenamento físico, agilizando a transferência de informações para faturamento.</a:t>
          </a:r>
          <a:endParaRPr lang="en-US" sz="1700" kern="1200"/>
        </a:p>
      </dsp:txBody>
      <dsp:txXfrm>
        <a:off x="444064" y="2098421"/>
        <a:ext cx="4311566" cy="863574"/>
      </dsp:txXfrm>
    </dsp:sp>
    <dsp:sp modelId="{9FFE32F3-D6C0-47BE-9E5B-A22563320E7C}">
      <dsp:nvSpPr>
        <dsp:cNvPr id="0" name=""/>
        <dsp:cNvSpPr/>
      </dsp:nvSpPr>
      <dsp:spPr>
        <a:xfrm>
          <a:off x="6911414" y="0"/>
          <a:ext cx="1509048" cy="13519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815D30-A18D-4127-94F4-57191CDD2B16}">
      <dsp:nvSpPr>
        <dsp:cNvPr id="0" name=""/>
        <dsp:cNvSpPr/>
      </dsp:nvSpPr>
      <dsp:spPr>
        <a:xfrm>
          <a:off x="5510155" y="1465978"/>
          <a:ext cx="4311566" cy="579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PT" sz="2300" b="1" kern="1200"/>
            <a:t>Presença Digital</a:t>
          </a:r>
          <a:endParaRPr lang="en-US" sz="2300" kern="1200"/>
        </a:p>
      </dsp:txBody>
      <dsp:txXfrm>
        <a:off x="5510155" y="1465978"/>
        <a:ext cx="4311566" cy="579420"/>
      </dsp:txXfrm>
    </dsp:sp>
    <dsp:sp modelId="{DEBD89FD-9F76-4368-AF9B-3B67C417C35F}">
      <dsp:nvSpPr>
        <dsp:cNvPr id="0" name=""/>
        <dsp:cNvSpPr/>
      </dsp:nvSpPr>
      <dsp:spPr>
        <a:xfrm>
          <a:off x="5510155" y="2098421"/>
          <a:ext cx="4311566" cy="863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700" kern="1200"/>
            <a:t>Expandir a presença online da empresa para aumentar a visibilidade e atrair novos clientes com uma estratégia de marketing digital eficaz.</a:t>
          </a:r>
          <a:endParaRPr lang="en-US" sz="1700" kern="1200"/>
        </a:p>
      </dsp:txBody>
      <dsp:txXfrm>
        <a:off x="5510155" y="2098421"/>
        <a:ext cx="4311566" cy="8635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>
            <a:extLst>
              <a:ext uri="{FF2B5EF4-FFF2-40B4-BE49-F238E27FC236}">
                <a16:creationId xmlns:a16="http://schemas.microsoft.com/office/drawing/2014/main" id="{6ADF6866-4041-1900-58FF-DB0E622F19B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2D9B675C-3806-FE3E-A6B0-DF8B205857C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00EBCE-F2AA-4A08-AE7B-E17B259A44E2}" type="datetime1">
              <a:rPr lang="pt-PT" smtClean="0"/>
              <a:t>20/04/2024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1DA7A98E-07F2-0065-DFD3-8413A8CF08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30F41A1E-460C-7BCF-3F49-EA1FB4E9738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B92D85-D014-48EC-8607-CDF318E4C91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307120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A49F11-6A58-4FD8-86CD-979B5B8DCC7B}" type="datetime1">
              <a:rPr lang="pt-PT" smtClean="0"/>
              <a:t>20/04/2024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8D4FDB-1FFC-41C2-AEC1-40155B9AA3F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0338124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8D4FDB-1FFC-41C2-AEC1-40155B9AA3F4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48426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0FF40-E692-4764-B378-A6B6724EA795}" type="datetime1">
              <a:rPr lang="pt-PT" smtClean="0"/>
              <a:t>20/04/2024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32DFA3D-45E1-4BBC-A117-8A24FB46EB6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41436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99B64-CA2F-46F9-826A-AE1DFB96481F}" type="datetime1">
              <a:rPr lang="pt-PT" smtClean="0"/>
              <a:t>20/04/2024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FA3D-45E1-4BBC-A117-8A24FB46EB6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02035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39BD5-0FE9-4F9F-BAA2-E36E8645AAF4}" type="datetime1">
              <a:rPr lang="pt-PT" smtClean="0"/>
              <a:t>20/04/2024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32DFA3D-45E1-4BBC-A117-8A24FB46EB6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29095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AAE20-DDE6-4EB2-8374-1B1E00568CCF}" type="datetime1">
              <a:rPr lang="pt-PT" smtClean="0"/>
              <a:t>20/04/2024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32DFA3D-45E1-4BBC-A117-8A24FB46EB6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07953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A1D7F-F9E9-4D57-9318-0B7F4CC7345F}" type="datetime1">
              <a:rPr lang="pt-PT" smtClean="0"/>
              <a:t>20/04/2024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32DFA3D-45E1-4BBC-A117-8A24FB46EB6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69707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C2201-8A7A-4A37-AF09-92B271DE8782}" type="datetime1">
              <a:rPr lang="pt-PT" smtClean="0"/>
              <a:t>20/04/2024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FA3D-45E1-4BBC-A117-8A24FB46EB6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62699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50E93-5563-4083-91CA-B74402441783}" type="datetime1">
              <a:rPr lang="pt-PT" smtClean="0"/>
              <a:t>20/04/2024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FA3D-45E1-4BBC-A117-8A24FB46EB6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40862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AE5FB-4252-4D9D-99FE-46C9762E6482}" type="datetime1">
              <a:rPr lang="pt-PT" smtClean="0"/>
              <a:t>20/04/2024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FA3D-45E1-4BBC-A117-8A24FB46EB6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24784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3909D-5A64-44C0-AA83-A2D1D798B4D1}" type="datetime1">
              <a:rPr lang="pt-PT" smtClean="0"/>
              <a:t>20/04/2024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32DFA3D-45E1-4BBC-A117-8A24FB46EB6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53903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194AD-95A6-4D6F-9768-889F667DF8A6}" type="datetime1">
              <a:rPr lang="pt-PT" smtClean="0"/>
              <a:t>20/04/2024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32DFA3D-45E1-4BBC-A117-8A24FB46EB6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01168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8B431-B704-49DE-A25E-10AF5965050D}" type="datetime1">
              <a:rPr lang="pt-PT" smtClean="0"/>
              <a:t>20/04/2024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32DFA3D-45E1-4BBC-A117-8A24FB46EB65}" type="slidenum">
              <a:rPr lang="pt-PT" smtClean="0"/>
              <a:t>‹nº›</a:t>
            </a:fld>
            <a:endParaRPr lang="pt-PT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487343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BEF6D-24A7-458F-B582-109C091230D2}" type="datetime1">
              <a:rPr lang="pt-PT" smtClean="0"/>
              <a:t>20/04/2024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32DFA3D-45E1-4BBC-A117-8A24FB46EB6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370954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 com 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92D13-702D-477A-825C-5CF196DC0A6E}" type="datetime1">
              <a:rPr lang="pt-PT" smtClean="0"/>
              <a:t>20/04/2024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32DFA3D-45E1-4BBC-A117-8A24FB46EB65}" type="slidenum">
              <a:rPr lang="pt-PT" smtClean="0"/>
              <a:t>‹nº›</a:t>
            </a:fld>
            <a:endParaRPr lang="pt-PT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935989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54150-C831-4799-A1F2-824421B2CA49}" type="datetime1">
              <a:rPr lang="pt-PT" smtClean="0"/>
              <a:t>20/04/2024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32DFA3D-45E1-4BBC-A117-8A24FB46EB6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165436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DD963-1AEA-4CC5-B28A-D69A5B9923BD}" type="datetime1">
              <a:rPr lang="pt-PT" smtClean="0"/>
              <a:t>20/04/2024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FA3D-45E1-4BBC-A117-8A24FB46EB6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164730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CAB07-F048-45DF-AC6D-574B842305B1}" type="datetime1">
              <a:rPr lang="pt-PT" smtClean="0"/>
              <a:t>20/04/2024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FA3D-45E1-4BBC-A117-8A24FB46EB6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34427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D701FC-45FC-4710-9851-CC9A0F6D0920}" type="datetime1">
              <a:rPr lang="pt-PT" smtClean="0"/>
              <a:t>20/04/2024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32DFA3D-45E1-4BBC-A117-8A24FB46EB6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1405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4" r:id="rId1"/>
    <p:sldLayoutId id="2147484075" r:id="rId2"/>
    <p:sldLayoutId id="2147484076" r:id="rId3"/>
    <p:sldLayoutId id="2147484077" r:id="rId4"/>
    <p:sldLayoutId id="2147484078" r:id="rId5"/>
    <p:sldLayoutId id="2147484079" r:id="rId6"/>
    <p:sldLayoutId id="2147484080" r:id="rId7"/>
    <p:sldLayoutId id="2147484081" r:id="rId8"/>
    <p:sldLayoutId id="2147484082" r:id="rId9"/>
    <p:sldLayoutId id="2147484083" r:id="rId10"/>
    <p:sldLayoutId id="2147484084" r:id="rId11"/>
    <p:sldLayoutId id="2147484085" r:id="rId12"/>
    <p:sldLayoutId id="2147484086" r:id="rId13"/>
    <p:sldLayoutId id="2147484087" r:id="rId14"/>
    <p:sldLayoutId id="2147484088" r:id="rId15"/>
    <p:sldLayoutId id="2147484089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18B617-4A80-EDE6-8A8C-95C0773A82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4717" y="2986004"/>
            <a:ext cx="8915399" cy="2546163"/>
          </a:xfrm>
        </p:spPr>
        <p:txBody>
          <a:bodyPr>
            <a:normAutofit fontScale="90000"/>
          </a:bodyPr>
          <a:lstStyle/>
          <a:p>
            <a:pPr algn="ctr"/>
            <a:br>
              <a:rPr lang="pt-PT"/>
            </a:br>
            <a:br>
              <a:rPr lang="pt-PT"/>
            </a:br>
            <a:r>
              <a:rPr lang="pt-PT" sz="3100"/>
              <a:t>Sistemas de Informação 1 – 2023/2024</a:t>
            </a:r>
            <a:br>
              <a:rPr lang="pt-PT" sz="3100"/>
            </a:br>
            <a:r>
              <a:rPr lang="pt-PT" sz="3100"/>
              <a:t>Licenciatura em Engenharia Informática</a:t>
            </a:r>
            <a:br>
              <a:rPr lang="pt-PT" sz="3100"/>
            </a:br>
            <a:r>
              <a:rPr lang="pt-PT" sz="3100"/>
              <a:t>Grupo 4 (Sérgio Tiago Martins - Instalações Técnicas, Lda)</a:t>
            </a:r>
            <a:br>
              <a:rPr lang="pt-PT"/>
            </a:br>
            <a:endParaRPr lang="pt-PT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33D6604-E51D-589A-67AD-945C2937D9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8032" y="5207725"/>
            <a:ext cx="10748768" cy="1580698"/>
          </a:xfrm>
        </p:spPr>
        <p:txBody>
          <a:bodyPr>
            <a:normAutofit/>
          </a:bodyPr>
          <a:lstStyle/>
          <a:p>
            <a:pPr algn="ctr"/>
            <a:r>
              <a:rPr lang="pt-PT" sz="1600" dirty="0"/>
              <a:t>Bruno Martins / 2022147149</a:t>
            </a:r>
          </a:p>
          <a:p>
            <a:pPr algn="ctr"/>
            <a:r>
              <a:rPr lang="pt-PT" sz="1600" dirty="0"/>
              <a:t>João Rosa / 2022131973</a:t>
            </a:r>
          </a:p>
          <a:p>
            <a:pPr algn="ctr"/>
            <a:r>
              <a:rPr lang="pt-PT" sz="1600" dirty="0"/>
              <a:t>Daniel Henriques / 2018020503</a:t>
            </a:r>
          </a:p>
          <a:p>
            <a:pPr algn="ctr"/>
            <a:r>
              <a:rPr lang="pt-PT" sz="1600" dirty="0" err="1"/>
              <a:t>Yan</a:t>
            </a:r>
            <a:r>
              <a:rPr lang="pt-PT" sz="1600" dirty="0"/>
              <a:t> </a:t>
            </a:r>
            <a:r>
              <a:rPr lang="pt-PT" sz="1600" dirty="0" err="1"/>
              <a:t>Nacamae</a:t>
            </a:r>
            <a:r>
              <a:rPr lang="pt-PT" sz="1600" dirty="0"/>
              <a:t> / 2021145876</a:t>
            </a:r>
          </a:p>
          <a:p>
            <a:endParaRPr lang="pt-PT" dirty="0"/>
          </a:p>
        </p:txBody>
      </p:sp>
      <p:pic>
        <p:nvPicPr>
          <p:cNvPr id="6" name="Imagem 5" descr="Uma imagem com texto, Tipo de letra, Gráficos, design gráfico&#10;&#10;Descrição gerada automaticamente">
            <a:extLst>
              <a:ext uri="{FF2B5EF4-FFF2-40B4-BE49-F238E27FC236}">
                <a16:creationId xmlns:a16="http://schemas.microsoft.com/office/drawing/2014/main" id="{0F80C78F-E9F5-B8F6-7809-197F2921B0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1609" y="859926"/>
            <a:ext cx="7677240" cy="1795562"/>
          </a:xfrm>
          <a:prstGeom prst="rect">
            <a:avLst/>
          </a:prstGeom>
        </p:spPr>
      </p:pic>
      <p:pic>
        <p:nvPicPr>
          <p:cNvPr id="7" name="Imagem 6" descr="Uma imagem com texto, Tipo de letra, Gráficos, captura de ecrã&#10;&#10;Descrição gerada automaticamente">
            <a:extLst>
              <a:ext uri="{FF2B5EF4-FFF2-40B4-BE49-F238E27FC236}">
                <a16:creationId xmlns:a16="http://schemas.microsoft.com/office/drawing/2014/main" id="{E424B1E0-DF9F-709B-0DCC-B224F666F9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6841" y="200094"/>
            <a:ext cx="1131639" cy="7733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77192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FB986A-0081-4D59-E397-C46B18F45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INDICE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6494A0F-1FA9-099D-5784-78D8FA3B3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1056" y="2133600"/>
            <a:ext cx="9913556" cy="3777622"/>
          </a:xfrm>
        </p:spPr>
        <p:txBody>
          <a:bodyPr/>
          <a:lstStyle/>
          <a:p>
            <a:r>
              <a:rPr lang="fr-FR" dirty="0"/>
              <a:t>0. TPS, MIS, DSS, ESS                                                       				 3-4</a:t>
            </a:r>
          </a:p>
          <a:p>
            <a:r>
              <a:rPr lang="pt-PT" dirty="0"/>
              <a:t>1. Caracterização do Sistema de Informação					 5-7</a:t>
            </a:r>
          </a:p>
          <a:p>
            <a:r>
              <a:rPr lang="pt-PT" dirty="0"/>
              <a:t>2. Alinhamento do  sistema de informação com os objetivos estratégicos da empresa														 8-11</a:t>
            </a:r>
          </a:p>
          <a:p>
            <a:r>
              <a:rPr lang="pt-PT" dirty="0"/>
              <a:t>3. Caracterização das infraestruturas de tecnologia de informação existentes e explicação de como elas dão suporte ao funcionamento da organização</a:t>
            </a:r>
          </a:p>
          <a:p>
            <a:pPr marL="0" indent="0">
              <a:buNone/>
            </a:pPr>
            <a:r>
              <a:rPr lang="pt-PT" dirty="0"/>
              <a:t>                                                                                            				 12-19</a:t>
            </a:r>
          </a:p>
          <a:p>
            <a:r>
              <a:rPr lang="pt-PT" dirty="0"/>
              <a:t>4. Bases de Dados e Gestão de Informação na Empresa		 20</a:t>
            </a:r>
          </a:p>
          <a:p>
            <a:r>
              <a:rPr lang="pt-PT" dirty="0"/>
              <a:t>5. Sugestões de Melhorias nos Tópicos Abordados na Empresa   21</a:t>
            </a:r>
          </a:p>
          <a:p>
            <a:endParaRPr lang="fr-FR" dirty="0"/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8007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3D9AEEE-1CCD-43C0-BA3E-16D60A6E2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530F911-E0F1-66C4-556E-33AC0C9DE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r>
              <a:rPr lang="pt-PT" sz="3200" b="1">
                <a:solidFill>
                  <a:schemeClr val="bg1"/>
                </a:solidFill>
              </a:rPr>
              <a:t>0. TPS,MIS</a:t>
            </a:r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60F880A6-33D3-4EEC-A780-B73559B9F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PT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C6246ED-0535-4496-A8F6-1E80CC4E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Marcador de Posição de Conteúdo 2">
            <a:extLst>
              <a:ext uri="{FF2B5EF4-FFF2-40B4-BE49-F238E27FC236}">
                <a16:creationId xmlns:a16="http://schemas.microsoft.com/office/drawing/2014/main" id="{26B0C399-BAEE-6D73-0128-497F4A85AE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0080959"/>
              </p:ext>
            </p:extLst>
          </p:nvPr>
        </p:nvGraphicFramePr>
        <p:xfrm>
          <a:off x="4713144" y="641551"/>
          <a:ext cx="6832212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36073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3D9AEEE-1CCD-43C0-BA3E-16D60A6E2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76C7349-8DDC-95D5-0FF3-015923A73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r>
              <a:rPr lang="pt-PT" sz="3200" b="1">
                <a:solidFill>
                  <a:schemeClr val="bg1"/>
                </a:solidFill>
              </a:rPr>
              <a:t>0. DSS,ESS</a:t>
            </a:r>
          </a:p>
        </p:txBody>
      </p:sp>
      <p:sp>
        <p:nvSpPr>
          <p:cNvPr id="22" name="Freeform 11">
            <a:extLst>
              <a:ext uri="{FF2B5EF4-FFF2-40B4-BE49-F238E27FC236}">
                <a16:creationId xmlns:a16="http://schemas.microsoft.com/office/drawing/2014/main" id="{60F880A6-33D3-4EEC-A780-B73559B9F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PT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C6246ED-0535-4496-A8F6-1E80CC4E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Marcador de Posição de Conteúdo 2">
            <a:extLst>
              <a:ext uri="{FF2B5EF4-FFF2-40B4-BE49-F238E27FC236}">
                <a16:creationId xmlns:a16="http://schemas.microsoft.com/office/drawing/2014/main" id="{95D0513A-11C4-A9C0-F16B-B41615466A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719284"/>
              </p:ext>
            </p:extLst>
          </p:nvPr>
        </p:nvGraphicFramePr>
        <p:xfrm>
          <a:off x="4713144" y="641551"/>
          <a:ext cx="6832212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21571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15">
            <a:extLst>
              <a:ext uri="{FF2B5EF4-FFF2-40B4-BE49-F238E27FC236}">
                <a16:creationId xmlns:a16="http://schemas.microsoft.com/office/drawing/2014/main" id="{175CD74B-9CE8-4F20-A3E4-A22A7F0360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E706365-26C6-2DC5-2222-4655C1954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/>
          </a:bodyPr>
          <a:lstStyle/>
          <a:p>
            <a:r>
              <a:rPr lang="pt-PT" dirty="0"/>
              <a:t>1. </a:t>
            </a:r>
            <a:r>
              <a:rPr lang="pt-PT" b="1" dirty="0"/>
              <a:t>Caracterização do Sistema de Informação</a:t>
            </a:r>
          </a:p>
        </p:txBody>
      </p:sp>
      <p:sp>
        <p:nvSpPr>
          <p:cNvPr id="23" name="Rectangle 17">
            <a:extLst>
              <a:ext uri="{FF2B5EF4-FFF2-40B4-BE49-F238E27FC236}">
                <a16:creationId xmlns:a16="http://schemas.microsoft.com/office/drawing/2014/main" id="{99C44665-BECF-4482-A00C-E4BE2A87D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4" name="Freeform 11">
            <a:extLst>
              <a:ext uri="{FF2B5EF4-FFF2-40B4-BE49-F238E27FC236}">
                <a16:creationId xmlns:a16="http://schemas.microsoft.com/office/drawing/2014/main" id="{20398C1D-D011-4BA8-AC81-E829677B8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829F139-5444-AEA5-E63C-000328181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958573" y="-131254"/>
            <a:ext cx="59290364" cy="617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PT"/>
          </a:p>
        </p:txBody>
      </p:sp>
      <p:graphicFrame>
        <p:nvGraphicFramePr>
          <p:cNvPr id="11" name="Marcador de Posição de Conteúdo 10">
            <a:extLst>
              <a:ext uri="{FF2B5EF4-FFF2-40B4-BE49-F238E27FC236}">
                <a16:creationId xmlns:a16="http://schemas.microsoft.com/office/drawing/2014/main" id="{49DCC063-1FF8-7255-AC38-006C8D47E9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9940887"/>
              </p:ext>
            </p:extLst>
          </p:nvPr>
        </p:nvGraphicFramePr>
        <p:xfrm>
          <a:off x="1311579" y="1904999"/>
          <a:ext cx="10196316" cy="4865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499">
                  <a:extLst>
                    <a:ext uri="{9D8B030D-6E8A-4147-A177-3AD203B41FA5}">
                      <a16:colId xmlns:a16="http://schemas.microsoft.com/office/drawing/2014/main" val="203252253"/>
                    </a:ext>
                  </a:extLst>
                </a:gridCol>
                <a:gridCol w="3651109">
                  <a:extLst>
                    <a:ext uri="{9D8B030D-6E8A-4147-A177-3AD203B41FA5}">
                      <a16:colId xmlns:a16="http://schemas.microsoft.com/office/drawing/2014/main" val="3351514843"/>
                    </a:ext>
                  </a:extLst>
                </a:gridCol>
                <a:gridCol w="2014910">
                  <a:extLst>
                    <a:ext uri="{9D8B030D-6E8A-4147-A177-3AD203B41FA5}">
                      <a16:colId xmlns:a16="http://schemas.microsoft.com/office/drawing/2014/main" val="482264714"/>
                    </a:ext>
                  </a:extLst>
                </a:gridCol>
                <a:gridCol w="2002734">
                  <a:extLst>
                    <a:ext uri="{9D8B030D-6E8A-4147-A177-3AD203B41FA5}">
                      <a16:colId xmlns:a16="http://schemas.microsoft.com/office/drawing/2014/main" val="297019343"/>
                    </a:ext>
                  </a:extLst>
                </a:gridCol>
                <a:gridCol w="1266064">
                  <a:extLst>
                    <a:ext uri="{9D8B030D-6E8A-4147-A177-3AD203B41FA5}">
                      <a16:colId xmlns:a16="http://schemas.microsoft.com/office/drawing/2014/main" val="238112149"/>
                    </a:ext>
                  </a:extLst>
                </a:gridCol>
              </a:tblGrid>
              <a:tr h="48252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pt-PT" sz="1000" dirty="0">
                          <a:effectLst/>
                        </a:rPr>
                        <a:t>Módulo</a:t>
                      </a:r>
                      <a:endParaRPr lang="pt-PT" sz="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4563" marR="2456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pt-PT" sz="1000">
                          <a:effectLst/>
                        </a:rPr>
                        <a:t>Entrada  </a:t>
                      </a:r>
                      <a:endParaRPr lang="pt-PT" sz="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4563" marR="2456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pt-PT" sz="1000">
                          <a:effectLst/>
                        </a:rPr>
                        <a:t>Processamento</a:t>
                      </a:r>
                      <a:endParaRPr lang="pt-PT" sz="8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pt-PT" sz="1000">
                          <a:effectLst/>
                        </a:rPr>
                        <a:t> </a:t>
                      </a:r>
                      <a:endParaRPr lang="pt-PT" sz="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4563" marR="2456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pt-PT" sz="1000">
                          <a:effectLst/>
                        </a:rPr>
                        <a:t>Dados de Saída</a:t>
                      </a:r>
                      <a:endParaRPr lang="pt-PT" sz="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4563" marR="2456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pt-PT" sz="1000">
                          <a:effectLst/>
                        </a:rPr>
                        <a:t>Tipo de Sistema</a:t>
                      </a:r>
                      <a:endParaRPr lang="pt-PT" sz="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4563" marR="24563" marT="0" marB="0"/>
                </a:tc>
                <a:extLst>
                  <a:ext uri="{0D108BD9-81ED-4DB2-BD59-A6C34878D82A}">
                    <a16:rowId xmlns:a16="http://schemas.microsoft.com/office/drawing/2014/main" val="969077925"/>
                  </a:ext>
                </a:extLst>
              </a:tr>
              <a:tr h="137113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400" b="1" dirty="0">
                          <a:effectLst/>
                        </a:rPr>
                        <a:t>Clientes</a:t>
                      </a:r>
                      <a:endParaRPr lang="pt-PT" sz="1100" b="1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400" dirty="0">
                          <a:effectLst/>
                        </a:rPr>
                        <a:t> </a:t>
                      </a:r>
                      <a:endParaRPr lang="pt-PT" sz="11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(Programa </a:t>
                      </a:r>
                      <a:r>
                        <a:rPr lang="pt-PT" sz="1100" dirty="0" err="1">
                          <a:effectLst/>
                        </a:rPr>
                        <a:t>Moloni</a:t>
                      </a:r>
                      <a:r>
                        <a:rPr lang="pt-PT" sz="1100" dirty="0">
                          <a:effectLst/>
                        </a:rPr>
                        <a:t>)</a:t>
                      </a:r>
                      <a:endParaRPr lang="pt-PT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4563" marR="2456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- Dados da ficha 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do cliente; 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- Informação sobre 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histórico de 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compras.</a:t>
                      </a:r>
                      <a:endParaRPr lang="pt-PT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4563" marR="2456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>
                          <a:effectLst/>
                        </a:rPr>
                        <a:t>- Gestão de 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>
                          <a:effectLst/>
                        </a:rPr>
                        <a:t>clientes habituais;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>
                          <a:effectLst/>
                        </a:rPr>
                        <a:t>- Criação das fichas 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>
                          <a:effectLst/>
                        </a:rPr>
                        <a:t>de dados para 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>
                          <a:effectLst/>
                        </a:rPr>
                        <a:t>novos clientes.</a:t>
                      </a:r>
                      <a:endParaRPr lang="pt-PT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4563" marR="2456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>
                          <a:effectLst/>
                        </a:rPr>
                        <a:t>- Ficha do cliente;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>
                          <a:effectLst/>
                        </a:rPr>
                        <a:t>- Histórico de compras.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>
                          <a:effectLst/>
                        </a:rPr>
                        <a:t>- Relatório de clientes;</a:t>
                      </a:r>
                      <a:endParaRPr lang="pt-PT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4563" marR="2456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>
                          <a:effectLst/>
                        </a:rPr>
                        <a:t>-TPS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>
                          <a:effectLst/>
                        </a:rPr>
                        <a:t>-TPS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>
                          <a:effectLst/>
                        </a:rPr>
                        <a:t>- MIS</a:t>
                      </a:r>
                      <a:endParaRPr lang="pt-PT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4563" marR="24563" marT="0" marB="0"/>
                </a:tc>
                <a:extLst>
                  <a:ext uri="{0D108BD9-81ED-4DB2-BD59-A6C34878D82A}">
                    <a16:rowId xmlns:a16="http://schemas.microsoft.com/office/drawing/2014/main" val="3366358237"/>
                  </a:ext>
                </a:extLst>
              </a:tr>
              <a:tr h="98617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400" b="1" dirty="0">
                          <a:effectLst/>
                        </a:rPr>
                        <a:t>Compras</a:t>
                      </a:r>
                      <a:endParaRPr lang="pt-PT" sz="1100" b="1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400" dirty="0">
                          <a:effectLst/>
                        </a:rPr>
                        <a:t> </a:t>
                      </a:r>
                      <a:endParaRPr lang="pt-PT" sz="11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(Programa </a:t>
                      </a:r>
                      <a:r>
                        <a:rPr lang="pt-PT" sz="1100" dirty="0" err="1">
                          <a:effectLst/>
                        </a:rPr>
                        <a:t>Moloni</a:t>
                      </a:r>
                      <a:r>
                        <a:rPr lang="pt-PT" sz="1100" dirty="0">
                          <a:effectLst/>
                        </a:rPr>
                        <a:t>)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400" dirty="0">
                          <a:effectLst/>
                        </a:rPr>
                        <a:t> </a:t>
                      </a:r>
                      <a:endParaRPr lang="pt-PT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4563" marR="2456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-  Dados do Fornecedor;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- Prazos do pagamento;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- Prazos de Entrega.</a:t>
                      </a:r>
                      <a:endParaRPr lang="pt-PT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4563" marR="2456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>
                          <a:effectLst/>
                        </a:rPr>
                        <a:t>- Registo do material fornecido.</a:t>
                      </a:r>
                      <a:endParaRPr lang="pt-PT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4563" marR="2456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>
                          <a:effectLst/>
                        </a:rPr>
                        <a:t>- Artigos adquiridos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>
                          <a:effectLst/>
                        </a:rPr>
                        <a:t>-Histórico de artigos adquiridos.</a:t>
                      </a:r>
                      <a:endParaRPr lang="pt-PT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4563" marR="2456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>
                          <a:effectLst/>
                        </a:rPr>
                        <a:t>- TPS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>
                          <a:effectLst/>
                        </a:rPr>
                        <a:t>-TPS</a:t>
                      </a:r>
                      <a:endParaRPr lang="pt-PT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4563" marR="24563" marT="0" marB="0"/>
                </a:tc>
                <a:extLst>
                  <a:ext uri="{0D108BD9-81ED-4DB2-BD59-A6C34878D82A}">
                    <a16:rowId xmlns:a16="http://schemas.microsoft.com/office/drawing/2014/main" val="3464811519"/>
                  </a:ext>
                </a:extLst>
              </a:tr>
              <a:tr h="175609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400" b="1" dirty="0">
                          <a:effectLst/>
                        </a:rPr>
                        <a:t>Stock</a:t>
                      </a:r>
                      <a:r>
                        <a:rPr lang="pt-PT" sz="1400" dirty="0">
                          <a:effectLst/>
                        </a:rPr>
                        <a:t> </a:t>
                      </a:r>
                      <a:endParaRPr lang="pt-PT" sz="11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400" dirty="0">
                          <a:effectLst/>
                        </a:rPr>
                        <a:t> </a:t>
                      </a:r>
                      <a:endParaRPr lang="pt-PT" sz="11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(Programa </a:t>
                      </a:r>
                      <a:r>
                        <a:rPr lang="pt-PT" sz="1100" dirty="0" err="1">
                          <a:effectLst/>
                        </a:rPr>
                        <a:t>Moloni</a:t>
                      </a:r>
                      <a:r>
                        <a:rPr lang="pt-PT" sz="1100" dirty="0">
                          <a:effectLst/>
                        </a:rPr>
                        <a:t>)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400" dirty="0">
                          <a:effectLst/>
                        </a:rPr>
                        <a:t> </a:t>
                      </a:r>
                      <a:endParaRPr lang="pt-PT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4563" marR="2456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>
                          <a:effectLst/>
                        </a:rPr>
                        <a:t>- Informações sobre as vendas 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>
                          <a:effectLst/>
                        </a:rPr>
                        <a:t>recentes de produtos nos serviços; </a:t>
                      </a:r>
                      <a:br>
                        <a:rPr lang="pt-PT" sz="1100">
                          <a:effectLst/>
                        </a:rPr>
                      </a:br>
                      <a:endParaRPr lang="pt-PT" sz="110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>
                          <a:effectLst/>
                        </a:rPr>
                        <a:t>- Pedidos de clientes; </a:t>
                      </a:r>
                      <a:br>
                        <a:rPr lang="pt-PT" sz="1100">
                          <a:effectLst/>
                        </a:rPr>
                      </a:br>
                      <a:endParaRPr lang="pt-PT" sz="110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>
                          <a:effectLst/>
                        </a:rPr>
                        <a:t>- Informação sobre o stock atual; </a:t>
                      </a:r>
                      <a:br>
                        <a:rPr lang="pt-PT" sz="1100">
                          <a:effectLst/>
                        </a:rPr>
                      </a:br>
                      <a:endParaRPr lang="pt-PT" sz="110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>
                          <a:effectLst/>
                        </a:rPr>
                        <a:t>- Informações sobre os fornecedores e preço dos produtos.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>
                          <a:effectLst/>
                        </a:rPr>
                        <a:t> </a:t>
                      </a:r>
                      <a:endParaRPr lang="pt-PT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4563" marR="2456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>
                          <a:effectLst/>
                        </a:rPr>
                        <a:t>- Gestão de ordens de 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>
                          <a:effectLst/>
                        </a:rPr>
                        <a:t>compra de produtos para 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>
                          <a:effectLst/>
                        </a:rPr>
                        <a:t>reabastecer o stock;</a:t>
                      </a:r>
                      <a:endParaRPr lang="pt-PT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4563" marR="2456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>
                          <a:effectLst/>
                        </a:rPr>
                        <a:t>- Informações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>
                          <a:effectLst/>
                        </a:rPr>
                        <a:t>stock atual;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>
                          <a:effectLst/>
                        </a:rPr>
                        <a:t> 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>
                          <a:effectLst/>
                        </a:rPr>
                        <a:t>- Relatórios das 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>
                          <a:effectLst/>
                        </a:rPr>
                        <a:t>vendas e da 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>
                          <a:effectLst/>
                        </a:rPr>
                        <a:t>procura de 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>
                          <a:effectLst/>
                        </a:rPr>
                        <a:t>produtos.</a:t>
                      </a:r>
                      <a:endParaRPr lang="pt-PT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4563" marR="2456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- TPS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- MIS</a:t>
                      </a:r>
                      <a:endParaRPr lang="pt-PT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4563" marR="24563" marT="0" marB="0"/>
                </a:tc>
                <a:extLst>
                  <a:ext uri="{0D108BD9-81ED-4DB2-BD59-A6C34878D82A}">
                    <a16:rowId xmlns:a16="http://schemas.microsoft.com/office/drawing/2014/main" val="793416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6029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Marcador de Posição de Conteúdo 10">
            <a:extLst>
              <a:ext uri="{FF2B5EF4-FFF2-40B4-BE49-F238E27FC236}">
                <a16:creationId xmlns:a16="http://schemas.microsoft.com/office/drawing/2014/main" id="{B5180977-CADC-5DE1-1602-7FADEB32E2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0668709"/>
              </p:ext>
            </p:extLst>
          </p:nvPr>
        </p:nvGraphicFramePr>
        <p:xfrm>
          <a:off x="723756" y="1636776"/>
          <a:ext cx="10744487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12">
                  <a:extLst>
                    <a:ext uri="{9D8B030D-6E8A-4147-A177-3AD203B41FA5}">
                      <a16:colId xmlns:a16="http://schemas.microsoft.com/office/drawing/2014/main" val="203252253"/>
                    </a:ext>
                  </a:extLst>
                </a:gridCol>
                <a:gridCol w="3870505">
                  <a:extLst>
                    <a:ext uri="{9D8B030D-6E8A-4147-A177-3AD203B41FA5}">
                      <a16:colId xmlns:a16="http://schemas.microsoft.com/office/drawing/2014/main" val="3351514843"/>
                    </a:ext>
                  </a:extLst>
                </a:gridCol>
                <a:gridCol w="2123235">
                  <a:extLst>
                    <a:ext uri="{9D8B030D-6E8A-4147-A177-3AD203B41FA5}">
                      <a16:colId xmlns:a16="http://schemas.microsoft.com/office/drawing/2014/main" val="482264714"/>
                    </a:ext>
                  </a:extLst>
                </a:gridCol>
                <a:gridCol w="2110405">
                  <a:extLst>
                    <a:ext uri="{9D8B030D-6E8A-4147-A177-3AD203B41FA5}">
                      <a16:colId xmlns:a16="http://schemas.microsoft.com/office/drawing/2014/main" val="297019343"/>
                    </a:ext>
                  </a:extLst>
                </a:gridCol>
                <a:gridCol w="1334130">
                  <a:extLst>
                    <a:ext uri="{9D8B030D-6E8A-4147-A177-3AD203B41FA5}">
                      <a16:colId xmlns:a16="http://schemas.microsoft.com/office/drawing/2014/main" val="238112149"/>
                    </a:ext>
                  </a:extLst>
                </a:gridCol>
              </a:tblGrid>
              <a:tr h="63012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pt-PT" sz="1000" dirty="0">
                          <a:effectLst/>
                        </a:rPr>
                        <a:t>Módulo</a:t>
                      </a:r>
                      <a:endParaRPr lang="pt-PT" sz="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4563" marR="2456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pt-PT" sz="1000" dirty="0">
                          <a:effectLst/>
                        </a:rPr>
                        <a:t>Entrada  </a:t>
                      </a:r>
                      <a:endParaRPr lang="pt-PT" sz="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4563" marR="2456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pt-PT" sz="1000" dirty="0">
                          <a:effectLst/>
                        </a:rPr>
                        <a:t>Processamento</a:t>
                      </a:r>
                      <a:endParaRPr lang="pt-PT" sz="8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pt-PT" sz="1000" dirty="0">
                          <a:effectLst/>
                        </a:rPr>
                        <a:t> </a:t>
                      </a:r>
                      <a:endParaRPr lang="pt-PT" sz="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4563" marR="2456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pt-PT" sz="1000">
                          <a:effectLst/>
                        </a:rPr>
                        <a:t>Dados de Saída</a:t>
                      </a:r>
                      <a:endParaRPr lang="pt-PT" sz="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4563" marR="2456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pt-PT" sz="1000">
                          <a:effectLst/>
                        </a:rPr>
                        <a:t>Tipo de Sistema</a:t>
                      </a:r>
                      <a:endParaRPr lang="pt-PT" sz="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4563" marR="24563" marT="0" marB="0"/>
                </a:tc>
                <a:extLst>
                  <a:ext uri="{0D108BD9-81ED-4DB2-BD59-A6C34878D82A}">
                    <a16:rowId xmlns:a16="http://schemas.microsoft.com/office/drawing/2014/main" val="969077925"/>
                  </a:ext>
                </a:extLst>
              </a:tr>
              <a:tr h="129427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400" b="1" dirty="0">
                          <a:effectLst/>
                        </a:rPr>
                        <a:t>Contabilidade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endParaRPr lang="pt-PT" sz="14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200" dirty="0">
                          <a:effectLst/>
                        </a:rPr>
                        <a:t>(Programa </a:t>
                      </a:r>
                      <a:r>
                        <a:rPr lang="pt-PT" sz="1200" dirty="0" err="1">
                          <a:effectLst/>
                        </a:rPr>
                        <a:t>Moloni</a:t>
                      </a:r>
                      <a:r>
                        <a:rPr lang="pt-PT" sz="1200" dirty="0">
                          <a:effectLst/>
                        </a:rPr>
                        <a:t>)</a:t>
                      </a:r>
                    </a:p>
                  </a:txBody>
                  <a:tcPr marL="24563" marR="2456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- Documentos fiscais; 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endParaRPr lang="pt-PT" sz="11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- Documentos de Faturação;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endParaRPr lang="pt-PT" sz="11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- Folha de pagamento: Salários, encargos, etc.</a:t>
                      </a:r>
                    </a:p>
                  </a:txBody>
                  <a:tcPr marL="24563" marR="2456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- Cálculo dos impostos a pagar, como IVA, IRC, etc.;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endParaRPr lang="pt-PT" sz="11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- Calcular o lucro ou prejuízo da empresa;</a:t>
                      </a:r>
                    </a:p>
                  </a:txBody>
                  <a:tcPr marL="24563" marR="2456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- Relatórios de lucros da empresa;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endParaRPr lang="pt-PT" sz="11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endParaRPr lang="pt-PT" sz="11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endParaRPr lang="pt-PT" sz="11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- SAFT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endParaRPr lang="pt-PT" sz="1100" dirty="0">
                        <a:effectLst/>
                      </a:endParaRPr>
                    </a:p>
                  </a:txBody>
                  <a:tcPr marL="24563" marR="2456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-MIS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endParaRPr lang="pt-PT" sz="11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endParaRPr lang="pt-PT" sz="11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endParaRPr lang="pt-PT" sz="11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-TPS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 </a:t>
                      </a:r>
                    </a:p>
                  </a:txBody>
                  <a:tcPr marL="24563" marR="24563" marT="0" marB="0"/>
                </a:tc>
                <a:extLst>
                  <a:ext uri="{0D108BD9-81ED-4DB2-BD59-A6C34878D82A}">
                    <a16:rowId xmlns:a16="http://schemas.microsoft.com/office/drawing/2014/main" val="3366358237"/>
                  </a:ext>
                </a:extLst>
              </a:tr>
              <a:tr h="81835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400" b="1" dirty="0">
                          <a:effectLst/>
                        </a:rPr>
                        <a:t> Faturação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200" dirty="0">
                          <a:effectLst/>
                        </a:rPr>
                        <a:t>(Programa </a:t>
                      </a:r>
                      <a:r>
                        <a:rPr lang="pt-PT" sz="1200" dirty="0" err="1">
                          <a:effectLst/>
                        </a:rPr>
                        <a:t>Moloni</a:t>
                      </a:r>
                      <a:r>
                        <a:rPr lang="pt-PT" sz="1200" dirty="0">
                          <a:effectLst/>
                        </a:rPr>
                        <a:t>)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endParaRPr lang="pt-PT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4563" marR="2456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- Pedidos de serviços; 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endParaRPr lang="pt-PT" sz="11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- Dados do Cliente</a:t>
                      </a:r>
                    </a:p>
                  </a:txBody>
                  <a:tcPr marL="24563" marR="2456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- Calcular valor final das faturas e documentos relacionados;</a:t>
                      </a:r>
                      <a:endParaRPr lang="pt-PT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4563" marR="2456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- Faturas, orçamentos, recibos e documentos relacionados; </a:t>
                      </a:r>
                      <a:endParaRPr lang="pt-PT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4563" marR="2456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- TPS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endParaRPr lang="pt-PT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4563" marR="24563" marT="0" marB="0"/>
                </a:tc>
                <a:extLst>
                  <a:ext uri="{0D108BD9-81ED-4DB2-BD59-A6C34878D82A}">
                    <a16:rowId xmlns:a16="http://schemas.microsoft.com/office/drawing/2014/main" val="3464811519"/>
                  </a:ext>
                </a:extLst>
              </a:tr>
              <a:tr h="147458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400" b="1" dirty="0">
                          <a:effectLst/>
                        </a:rPr>
                        <a:t>Gestão de subcontratações de empresas</a:t>
                      </a:r>
                      <a:r>
                        <a:rPr lang="pt-PT" sz="1400" dirty="0">
                          <a:effectLst/>
                        </a:rPr>
                        <a:t> </a:t>
                      </a:r>
                      <a:endParaRPr lang="pt-PT" sz="11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(portais online externos e email)</a:t>
                      </a:r>
                      <a:r>
                        <a:rPr lang="pt-PT" sz="1400" dirty="0">
                          <a:effectLst/>
                        </a:rPr>
                        <a:t> </a:t>
                      </a:r>
                      <a:endParaRPr lang="pt-PT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4563" marR="2456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- Dados pessoais e profissionais das empresas;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endParaRPr lang="pt-PT" sz="11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 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- Informações sobre métodos e tempo de  pagamento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 </a:t>
                      </a:r>
                      <a:endParaRPr lang="pt-PT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4563" marR="2456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- Recrutamento e 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seleção de novas empresas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endParaRPr lang="pt-PT" sz="11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-Contactar empresas externas;</a:t>
                      </a:r>
                    </a:p>
                  </a:txBody>
                  <a:tcPr marL="24563" marR="2456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endParaRPr lang="pt-PT" sz="11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- Subcontratações de empresas externas</a:t>
                      </a:r>
                    </a:p>
                  </a:txBody>
                  <a:tcPr marL="24563" marR="2456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endParaRPr lang="pt-PT" sz="11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- TPS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endParaRPr lang="pt-PT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4563" marR="24563" marT="0" marB="0"/>
                </a:tc>
                <a:extLst>
                  <a:ext uri="{0D108BD9-81ED-4DB2-BD59-A6C34878D82A}">
                    <a16:rowId xmlns:a16="http://schemas.microsoft.com/office/drawing/2014/main" val="793416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8792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Marcador de Posição de Conteúdo 10">
            <a:extLst>
              <a:ext uri="{FF2B5EF4-FFF2-40B4-BE49-F238E27FC236}">
                <a16:creationId xmlns:a16="http://schemas.microsoft.com/office/drawing/2014/main" id="{B5180977-CADC-5DE1-1602-7FADEB32E2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2036690"/>
              </p:ext>
            </p:extLst>
          </p:nvPr>
        </p:nvGraphicFramePr>
        <p:xfrm>
          <a:off x="723756" y="2115946"/>
          <a:ext cx="10744487" cy="31498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12">
                  <a:extLst>
                    <a:ext uri="{9D8B030D-6E8A-4147-A177-3AD203B41FA5}">
                      <a16:colId xmlns:a16="http://schemas.microsoft.com/office/drawing/2014/main" val="203252253"/>
                    </a:ext>
                  </a:extLst>
                </a:gridCol>
                <a:gridCol w="3870505">
                  <a:extLst>
                    <a:ext uri="{9D8B030D-6E8A-4147-A177-3AD203B41FA5}">
                      <a16:colId xmlns:a16="http://schemas.microsoft.com/office/drawing/2014/main" val="3351514843"/>
                    </a:ext>
                  </a:extLst>
                </a:gridCol>
                <a:gridCol w="2123235">
                  <a:extLst>
                    <a:ext uri="{9D8B030D-6E8A-4147-A177-3AD203B41FA5}">
                      <a16:colId xmlns:a16="http://schemas.microsoft.com/office/drawing/2014/main" val="482264714"/>
                    </a:ext>
                  </a:extLst>
                </a:gridCol>
                <a:gridCol w="2110405">
                  <a:extLst>
                    <a:ext uri="{9D8B030D-6E8A-4147-A177-3AD203B41FA5}">
                      <a16:colId xmlns:a16="http://schemas.microsoft.com/office/drawing/2014/main" val="297019343"/>
                    </a:ext>
                  </a:extLst>
                </a:gridCol>
                <a:gridCol w="1334130">
                  <a:extLst>
                    <a:ext uri="{9D8B030D-6E8A-4147-A177-3AD203B41FA5}">
                      <a16:colId xmlns:a16="http://schemas.microsoft.com/office/drawing/2014/main" val="238112149"/>
                    </a:ext>
                  </a:extLst>
                </a:gridCol>
              </a:tblGrid>
              <a:tr h="65506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pt-PT" sz="1000" dirty="0">
                          <a:effectLst/>
                        </a:rPr>
                        <a:t>Módulo</a:t>
                      </a:r>
                      <a:endParaRPr lang="pt-PT" sz="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4563" marR="2456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pt-PT" sz="1000" dirty="0">
                          <a:effectLst/>
                        </a:rPr>
                        <a:t>Entrada  </a:t>
                      </a:r>
                      <a:endParaRPr lang="pt-PT" sz="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4563" marR="2456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pt-PT" sz="1000" dirty="0">
                          <a:effectLst/>
                        </a:rPr>
                        <a:t>Processamento</a:t>
                      </a:r>
                      <a:endParaRPr lang="pt-PT" sz="8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pt-PT" sz="1000" dirty="0">
                          <a:effectLst/>
                        </a:rPr>
                        <a:t> </a:t>
                      </a:r>
                      <a:endParaRPr lang="pt-PT" sz="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4563" marR="2456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pt-PT" sz="1000">
                          <a:effectLst/>
                        </a:rPr>
                        <a:t>Dados de Saída</a:t>
                      </a:r>
                      <a:endParaRPr lang="pt-PT" sz="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4563" marR="2456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pt-PT" sz="1000">
                          <a:effectLst/>
                        </a:rPr>
                        <a:t>Tipo de Sistema</a:t>
                      </a:r>
                      <a:endParaRPr lang="pt-PT" sz="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4563" marR="24563" marT="0" marB="0"/>
                </a:tc>
                <a:extLst>
                  <a:ext uri="{0D108BD9-81ED-4DB2-BD59-A6C34878D82A}">
                    <a16:rowId xmlns:a16="http://schemas.microsoft.com/office/drawing/2014/main" val="969077925"/>
                  </a:ext>
                </a:extLst>
              </a:tr>
              <a:tr h="96888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600" b="1" dirty="0">
                          <a:effectLst/>
                        </a:rPr>
                        <a:t>Recursos Humanos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200" dirty="0">
                          <a:effectLst/>
                        </a:rPr>
                        <a:t>(Word/Papel)</a:t>
                      </a:r>
                    </a:p>
                  </a:txBody>
                  <a:tcPr marL="24563" marR="2456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- Dados pessoais e profissionais dos trabalhadores;</a:t>
                      </a:r>
                    </a:p>
                  </a:txBody>
                  <a:tcPr marL="24563" marR="2456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- Controlo de presenças e horas de trabalho;</a:t>
                      </a:r>
                    </a:p>
                  </a:txBody>
                  <a:tcPr marL="24563" marR="2456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- Mapa de Assiduidade; </a:t>
                      </a:r>
                    </a:p>
                  </a:txBody>
                  <a:tcPr marL="24563" marR="2456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-TPS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 </a:t>
                      </a:r>
                    </a:p>
                  </a:txBody>
                  <a:tcPr marL="24563" marR="24563" marT="0" marB="0"/>
                </a:tc>
                <a:extLst>
                  <a:ext uri="{0D108BD9-81ED-4DB2-BD59-A6C34878D82A}">
                    <a16:rowId xmlns:a16="http://schemas.microsoft.com/office/drawing/2014/main" val="3366358237"/>
                  </a:ext>
                </a:extLst>
              </a:tr>
              <a:tr h="72755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400" b="1" dirty="0">
                          <a:effectLst/>
                        </a:rPr>
                        <a:t>Serviços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200" dirty="0">
                          <a:effectLst/>
                        </a:rPr>
                        <a:t>(Word/papel)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endParaRPr lang="pt-PT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4563" marR="2456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- Ficha de cliente;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endParaRPr lang="pt-PT" sz="11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endParaRPr lang="pt-PT" sz="11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- Descrição do serviço.</a:t>
                      </a:r>
                    </a:p>
                  </a:txBody>
                  <a:tcPr marL="24563" marR="2456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- Alocação de recursos, para o trabalhador executar a tarefa;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endParaRPr lang="pt-PT" sz="11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- Elaboração da escala de serviço.</a:t>
                      </a:r>
                    </a:p>
                  </a:txBody>
                  <a:tcPr marL="24563" marR="2456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-Horário de cada trabalhador.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endParaRPr lang="pt-PT" sz="11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endParaRPr lang="pt-PT" sz="11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-folha de obra;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endParaRPr lang="pt-PT" sz="11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-relatório descritivo de cada serviço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endParaRPr lang="pt-PT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4563" marR="2456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- TPS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pt-PT" sz="1100" dirty="0">
                          <a:effectLst/>
                        </a:rPr>
                        <a:t> 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dirty="0">
                          <a:effectLst/>
                          <a:latin typeface="Arial" panose="020B0604020202020204" pitchFamily="34" charset="0"/>
                        </a:rPr>
                        <a:t>- </a:t>
                      </a:r>
                      <a:r>
                        <a:rPr lang="pt-PT" sz="1100" dirty="0">
                          <a:effectLst/>
                        </a:rPr>
                        <a:t>TPS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pt-PT" sz="1100" dirty="0">
                        <a:effectLst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dirty="0">
                          <a:effectLst/>
                        </a:rPr>
                        <a:t> -MIS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endParaRPr lang="pt-PT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4563" marR="24563" marT="0" marB="0"/>
                </a:tc>
                <a:extLst>
                  <a:ext uri="{0D108BD9-81ED-4DB2-BD59-A6C34878D82A}">
                    <a16:rowId xmlns:a16="http://schemas.microsoft.com/office/drawing/2014/main" val="34648115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9388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7E42047-F7E7-4687-BBE0-D4BDC8E77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D6F839A-C8D9-4FBC-8EFD-9E56D12F4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906785" y="228600"/>
            <a:ext cx="2851523" cy="6638625"/>
            <a:chOff x="2487613" y="285750"/>
            <a:chExt cx="2428875" cy="5654676"/>
          </a:xfrm>
        </p:grpSpPr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D1F0D09B-BA85-41B1-A8DE-73728B72E5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FB2D0F0C-3A27-4FC3-A6A3-D2095D9B2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FA1C69EF-E6E6-4BDD-B62F-637FC9F3C3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75B4F36E-07F6-4E6F-A9D9-A7F6D9585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7D9136C7-12F1-4F21-A438-ED7668DDF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C718EF12-B769-45D9-9B6E-7AEAA3108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534EAD53-3968-459E-B27C-09126A0FE3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67658BFE-59E2-4A2D-9E8A-18F81C350B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3FEC8A9E-385D-4407-9671-E30238022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EFC82234-632C-4B76-A8FF-2C9C0DCA6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662A4DB3-C195-4230-953D-307E4100F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5" name="Freeform 22">
              <a:extLst>
                <a:ext uri="{FF2B5EF4-FFF2-40B4-BE49-F238E27FC236}">
                  <a16:creationId xmlns:a16="http://schemas.microsoft.com/office/drawing/2014/main" id="{94D310CF-9541-4CD7-855B-E2E1EF3437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0EDA856-A216-4EEC-9AB6-A59FFC703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47733" y="-786"/>
            <a:ext cx="2356675" cy="6854040"/>
            <a:chOff x="6627813" y="194833"/>
            <a:chExt cx="1952625" cy="5678918"/>
          </a:xfrm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36F815B8-AFA8-45E9-A3D1-977F2D1921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D8FF653-8B3F-4B96-904D-1A4482EAEE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DD2E775-AB45-4AF1-B5B7-54948CFB98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7BDE7E7B-E3AA-4A24-8F9D-CE77C96CA2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D129CAA9-35E5-48CE-88AE-9806695CB8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A73989FF-4EFF-4181-81A4-72EF2E67D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8C2C17BD-8FA0-4F42-B2CD-5E5A9F542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EEE99CF3-AD71-46FB-8E7D-67825F7816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D0F9D5ED-7591-4E88-9FDA-4C1DC47E9D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88FA7C13-D80D-4514-B9DB-87AE076ACE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202C78DF-D842-450B-A87D-E035719E4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A4789F83-2423-47F8-8958-48E477BAE0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3EA6432-2CCC-1A6A-AA6B-EB80726B0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9520" y="624110"/>
            <a:ext cx="6845092" cy="128089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PT" sz="2800"/>
              <a:t>2. </a:t>
            </a:r>
            <a:r>
              <a:rPr lang="pt-PT" sz="2800" b="1"/>
              <a:t>Alinhamento do  sistema de informação com os objetivos estratégicos da empresa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C509E7A-337A-4664-BEC2-03F9BCA0A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1632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43" name="Freeform 11">
            <a:extLst>
              <a:ext uri="{FF2B5EF4-FFF2-40B4-BE49-F238E27FC236}">
                <a16:creationId xmlns:a16="http://schemas.microsoft.com/office/drawing/2014/main" id="{D9AB99AB-E300-4B19-97C3-9A12EA3C7B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2716320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PT"/>
          </a:p>
        </p:txBody>
      </p:sp>
      <p:pic>
        <p:nvPicPr>
          <p:cNvPr id="7" name="Picture 6" descr="Captura em ângulo da caneta num gráfico">
            <a:extLst>
              <a:ext uri="{FF2B5EF4-FFF2-40B4-BE49-F238E27FC236}">
                <a16:creationId xmlns:a16="http://schemas.microsoft.com/office/drawing/2014/main" id="{D791B242-DADE-C79D-EAE9-7DF390A48C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027" r="55493" b="-2"/>
          <a:stretch/>
        </p:blipFill>
        <p:spPr>
          <a:xfrm>
            <a:off x="20" y="1730"/>
            <a:ext cx="2720524" cy="6858000"/>
          </a:xfrm>
          <a:prstGeom prst="rect">
            <a:avLst/>
          </a:prstGeom>
        </p:spPr>
      </p:pic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4CF2352-4FE9-4DFB-6BDA-58B659E1E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6667" y="2133600"/>
            <a:ext cx="6847944" cy="3777622"/>
          </a:xfrm>
        </p:spPr>
        <p:txBody>
          <a:bodyPr>
            <a:normAutofit/>
          </a:bodyPr>
          <a:lstStyle/>
          <a:p>
            <a:r>
              <a:rPr lang="pt-PT" dirty="0"/>
              <a:t>Para caracterizar a empresa em relação ao alinhamento do seu sistema de informação com os objetivos estratégicos (aumento do lucro da empresa), podemos analisar como cada módulo do sistema contribui para isso:</a:t>
            </a:r>
          </a:p>
        </p:txBody>
      </p:sp>
    </p:spTree>
    <p:extLst>
      <p:ext uri="{BB962C8B-B14F-4D97-AF65-F5344CB8AC3E}">
        <p14:creationId xmlns:p14="http://schemas.microsoft.com/office/powerpoint/2010/main" val="2008346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3D9AEEE-1CCD-43C0-BA3E-16D60A6E2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B57291F-9F3A-C86F-A8BC-057F4FEB2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endParaRPr lang="pt-PT" sz="3200" b="1">
              <a:solidFill>
                <a:schemeClr val="bg1"/>
              </a:solidFill>
            </a:endParaRPr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60F880A6-33D3-4EEC-A780-B73559B9F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PT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C6246ED-0535-4496-A8F6-1E80CC4E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Marcador de Posição de Conteúdo 2">
            <a:extLst>
              <a:ext uri="{FF2B5EF4-FFF2-40B4-BE49-F238E27FC236}">
                <a16:creationId xmlns:a16="http://schemas.microsoft.com/office/drawing/2014/main" id="{8CCC72D9-1210-F5B5-CD97-9AA9F7DD76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0161896"/>
              </p:ext>
            </p:extLst>
          </p:nvPr>
        </p:nvGraphicFramePr>
        <p:xfrm>
          <a:off x="4713144" y="641551"/>
          <a:ext cx="6832212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58068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3D9AEEE-1CCD-43C0-BA3E-16D60A6E2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3AAEBE-59D7-111D-1740-8D78BC507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endParaRPr lang="pt-PT" sz="3200">
              <a:solidFill>
                <a:schemeClr val="bg1"/>
              </a:solidFill>
            </a:endParaRPr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60F880A6-33D3-4EEC-A780-B73559B9F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PT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C6246ED-0535-4496-A8F6-1E80CC4E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Marcador de Posição de Conteúdo 2">
            <a:extLst>
              <a:ext uri="{FF2B5EF4-FFF2-40B4-BE49-F238E27FC236}">
                <a16:creationId xmlns:a16="http://schemas.microsoft.com/office/drawing/2014/main" id="{4581D598-0020-3BFB-B2D0-0CC7415033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0950226"/>
              </p:ext>
            </p:extLst>
          </p:nvPr>
        </p:nvGraphicFramePr>
        <p:xfrm>
          <a:off x="4713144" y="641551"/>
          <a:ext cx="6832212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42320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3D9AEEE-1CCD-43C0-BA3E-16D60A6E2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DC03DC5-1880-BE48-ED1D-8574D82C7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endParaRPr lang="pt-PT" sz="3200">
              <a:solidFill>
                <a:schemeClr val="bg1"/>
              </a:solidFill>
            </a:endParaRPr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60F880A6-33D3-4EEC-A780-B73559B9F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PT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C6246ED-0535-4496-A8F6-1E80CC4E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Marcador de Posição de Conteúdo 2">
            <a:extLst>
              <a:ext uri="{FF2B5EF4-FFF2-40B4-BE49-F238E27FC236}">
                <a16:creationId xmlns:a16="http://schemas.microsoft.com/office/drawing/2014/main" id="{702DAD89-5307-EE7C-6DD2-7B1286D495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4711608"/>
              </p:ext>
            </p:extLst>
          </p:nvPr>
        </p:nvGraphicFramePr>
        <p:xfrm>
          <a:off x="4713144" y="641551"/>
          <a:ext cx="6832212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470826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oup 82">
            <a:extLst>
              <a:ext uri="{FF2B5EF4-FFF2-40B4-BE49-F238E27FC236}">
                <a16:creationId xmlns:a16="http://schemas.microsoft.com/office/drawing/2014/main" id="{166BF9EE-F7AC-4FA5-AC7E-001B3A642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84" name="Freeform 11">
              <a:extLst>
                <a:ext uri="{FF2B5EF4-FFF2-40B4-BE49-F238E27FC236}">
                  <a16:creationId xmlns:a16="http://schemas.microsoft.com/office/drawing/2014/main" id="{3B48D182-44E3-4D8B-ACEF-F1A900BE4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85" name="Freeform 12">
              <a:extLst>
                <a:ext uri="{FF2B5EF4-FFF2-40B4-BE49-F238E27FC236}">
                  <a16:creationId xmlns:a16="http://schemas.microsoft.com/office/drawing/2014/main" id="{355A535A-A489-477F-A314-593AA8CAF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86" name="Freeform 13">
              <a:extLst>
                <a:ext uri="{FF2B5EF4-FFF2-40B4-BE49-F238E27FC236}">
                  <a16:creationId xmlns:a16="http://schemas.microsoft.com/office/drawing/2014/main" id="{954C2D4C-FD83-4EF4-9312-04442ABD6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87" name="Freeform 14">
              <a:extLst>
                <a:ext uri="{FF2B5EF4-FFF2-40B4-BE49-F238E27FC236}">
                  <a16:creationId xmlns:a16="http://schemas.microsoft.com/office/drawing/2014/main" id="{C20701C2-CD9A-4698-BC97-E1085820C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88" name="Freeform 15">
              <a:extLst>
                <a:ext uri="{FF2B5EF4-FFF2-40B4-BE49-F238E27FC236}">
                  <a16:creationId xmlns:a16="http://schemas.microsoft.com/office/drawing/2014/main" id="{62575C35-466F-42AE-87A1-D691849AB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89" name="Freeform 16">
              <a:extLst>
                <a:ext uri="{FF2B5EF4-FFF2-40B4-BE49-F238E27FC236}">
                  <a16:creationId xmlns:a16="http://schemas.microsoft.com/office/drawing/2014/main" id="{58236F37-6119-45AC-80A0-CD2C311B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90" name="Freeform 17">
              <a:extLst>
                <a:ext uri="{FF2B5EF4-FFF2-40B4-BE49-F238E27FC236}">
                  <a16:creationId xmlns:a16="http://schemas.microsoft.com/office/drawing/2014/main" id="{F3FDD799-39FE-4D6F-9A64-2F472B215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91" name="Freeform 18">
              <a:extLst>
                <a:ext uri="{FF2B5EF4-FFF2-40B4-BE49-F238E27FC236}">
                  <a16:creationId xmlns:a16="http://schemas.microsoft.com/office/drawing/2014/main" id="{9820D241-1D49-442C-A95A-00BC1BF9E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92" name="Freeform 19">
              <a:extLst>
                <a:ext uri="{FF2B5EF4-FFF2-40B4-BE49-F238E27FC236}">
                  <a16:creationId xmlns:a16="http://schemas.microsoft.com/office/drawing/2014/main" id="{EBC2197C-B383-4866-8ABD-74222400B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93" name="Freeform 20">
              <a:extLst>
                <a:ext uri="{FF2B5EF4-FFF2-40B4-BE49-F238E27FC236}">
                  <a16:creationId xmlns:a16="http://schemas.microsoft.com/office/drawing/2014/main" id="{404B06AA-FC93-4471-9DE4-56A401E70A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94" name="Freeform 21">
              <a:extLst>
                <a:ext uri="{FF2B5EF4-FFF2-40B4-BE49-F238E27FC236}">
                  <a16:creationId xmlns:a16="http://schemas.microsoft.com/office/drawing/2014/main" id="{E580600C-013F-4FAF-8FB7-4CC0FA80A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95" name="Freeform 22">
              <a:extLst>
                <a:ext uri="{FF2B5EF4-FFF2-40B4-BE49-F238E27FC236}">
                  <a16:creationId xmlns:a16="http://schemas.microsoft.com/office/drawing/2014/main" id="{9BFCF199-64B2-4AEE-88C4-E954ABF36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E312DBA5-56D8-42B2-BA94-28168C2A6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98" name="Freeform 27">
              <a:extLst>
                <a:ext uri="{FF2B5EF4-FFF2-40B4-BE49-F238E27FC236}">
                  <a16:creationId xmlns:a16="http://schemas.microsoft.com/office/drawing/2014/main" id="{7AD46C74-3117-46B0-B267-0F61B57CA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99" name="Freeform 28">
              <a:extLst>
                <a:ext uri="{FF2B5EF4-FFF2-40B4-BE49-F238E27FC236}">
                  <a16:creationId xmlns:a16="http://schemas.microsoft.com/office/drawing/2014/main" id="{8C13B810-9664-45D8-8510-D6ED0ADD7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00" name="Freeform 29">
              <a:extLst>
                <a:ext uri="{FF2B5EF4-FFF2-40B4-BE49-F238E27FC236}">
                  <a16:creationId xmlns:a16="http://schemas.microsoft.com/office/drawing/2014/main" id="{10306E52-A922-4458-BCCE-C3C840CC7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01" name="Freeform 30">
              <a:extLst>
                <a:ext uri="{FF2B5EF4-FFF2-40B4-BE49-F238E27FC236}">
                  <a16:creationId xmlns:a16="http://schemas.microsoft.com/office/drawing/2014/main" id="{CB578819-B7E7-4250-932F-52AE2A2A9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02" name="Freeform 31">
              <a:extLst>
                <a:ext uri="{FF2B5EF4-FFF2-40B4-BE49-F238E27FC236}">
                  <a16:creationId xmlns:a16="http://schemas.microsoft.com/office/drawing/2014/main" id="{454B9C91-B623-424A-B16E-F764F189D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03" name="Freeform 32">
              <a:extLst>
                <a:ext uri="{FF2B5EF4-FFF2-40B4-BE49-F238E27FC236}">
                  <a16:creationId xmlns:a16="http://schemas.microsoft.com/office/drawing/2014/main" id="{EFD03C4A-8484-41E6-B458-032F1DCA7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04" name="Freeform 33">
              <a:extLst>
                <a:ext uri="{FF2B5EF4-FFF2-40B4-BE49-F238E27FC236}">
                  <a16:creationId xmlns:a16="http://schemas.microsoft.com/office/drawing/2014/main" id="{DDC2F3C3-1D4E-4913-9C5C-F9A65B47E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05" name="Freeform 34">
              <a:extLst>
                <a:ext uri="{FF2B5EF4-FFF2-40B4-BE49-F238E27FC236}">
                  <a16:creationId xmlns:a16="http://schemas.microsoft.com/office/drawing/2014/main" id="{1E15BCA2-2420-4C53-ADE9-40FBAC238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06" name="Freeform 35">
              <a:extLst>
                <a:ext uri="{FF2B5EF4-FFF2-40B4-BE49-F238E27FC236}">
                  <a16:creationId xmlns:a16="http://schemas.microsoft.com/office/drawing/2014/main" id="{73D5FBF4-7129-4C51-B603-E3BC33419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07" name="Freeform 36">
              <a:extLst>
                <a:ext uri="{FF2B5EF4-FFF2-40B4-BE49-F238E27FC236}">
                  <a16:creationId xmlns:a16="http://schemas.microsoft.com/office/drawing/2014/main" id="{0165B164-CE2A-494C-88FC-507232B37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08" name="Freeform 37">
              <a:extLst>
                <a:ext uri="{FF2B5EF4-FFF2-40B4-BE49-F238E27FC236}">
                  <a16:creationId xmlns:a16="http://schemas.microsoft.com/office/drawing/2014/main" id="{87F127E5-B10B-4D18-BCF0-E7C3C7F40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09" name="Freeform 38">
              <a:extLst>
                <a:ext uri="{FF2B5EF4-FFF2-40B4-BE49-F238E27FC236}">
                  <a16:creationId xmlns:a16="http://schemas.microsoft.com/office/drawing/2014/main" id="{FC692D59-F28D-4E42-B435-225F2C6CF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111" name="Rectangle 110">
            <a:extLst>
              <a:ext uri="{FF2B5EF4-FFF2-40B4-BE49-F238E27FC236}">
                <a16:creationId xmlns:a16="http://schemas.microsoft.com/office/drawing/2014/main" id="{1996130F-9AB5-4DE9-8574-3AF891C5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113" name="Freeform 6">
            <a:extLst>
              <a:ext uri="{FF2B5EF4-FFF2-40B4-BE49-F238E27FC236}">
                <a16:creationId xmlns:a16="http://schemas.microsoft.com/office/drawing/2014/main" id="{3623DEAC-F39C-45D6-86DC-1033F6429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PT"/>
          </a:p>
        </p:txBody>
      </p:sp>
      <p:sp useBgFill="1">
        <p:nvSpPr>
          <p:cNvPr id="115" name="Rectangle 114">
            <a:extLst>
              <a:ext uri="{FF2B5EF4-FFF2-40B4-BE49-F238E27FC236}">
                <a16:creationId xmlns:a16="http://schemas.microsoft.com/office/drawing/2014/main" id="{A692209D-B607-46C3-8560-07AF72291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94874638-CF15-4908-BC4B-4908744D0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4639734" cy="6858000"/>
          </a:xfrm>
          <a:prstGeom prst="rect">
            <a:avLst/>
          </a:prstGeom>
          <a:solidFill>
            <a:schemeClr val="tx2">
              <a:lumMod val="5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CA34AD4-EF75-9CB3-5E9E-8CF1BA134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79" y="967417"/>
            <a:ext cx="3778870" cy="394325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1">
                <a:solidFill>
                  <a:srgbClr val="FEFFFF"/>
                </a:solidFill>
              </a:rPr>
              <a:t>3. Caracterização das infraestruturas de tecnologia de informação existentes e explicação de como elas dão suporte ao funcionamento da organização </a:t>
            </a:r>
          </a:p>
        </p:txBody>
      </p:sp>
      <p:sp>
        <p:nvSpPr>
          <p:cNvPr id="119" name="Freeform 5">
            <a:extLst>
              <a:ext uri="{FF2B5EF4-FFF2-40B4-BE49-F238E27FC236}">
                <a16:creationId xmlns:a16="http://schemas.microsoft.com/office/drawing/2014/main" id="{5F1B8348-CD6E-4561-A704-C232D9A2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5033007"/>
            <a:ext cx="5404022" cy="857047"/>
          </a:xfrm>
          <a:custGeom>
            <a:avLst/>
            <a:gdLst>
              <a:gd name="T0" fmla="*/ 1114 w 1117"/>
              <a:gd name="T1" fmla="*/ 77 h 163"/>
              <a:gd name="T2" fmla="*/ 1040 w 1117"/>
              <a:gd name="T3" fmla="*/ 3 h 163"/>
              <a:gd name="T4" fmla="*/ 1039 w 1117"/>
              <a:gd name="T5" fmla="*/ 2 h 163"/>
              <a:gd name="T6" fmla="*/ 1034 w 1117"/>
              <a:gd name="T7" fmla="*/ 0 h 163"/>
              <a:gd name="T8" fmla="*/ 578 w 1117"/>
              <a:gd name="T9" fmla="*/ 0 h 163"/>
              <a:gd name="T10" fmla="*/ 562 w 1117"/>
              <a:gd name="T11" fmla="*/ 0 h 163"/>
              <a:gd name="T12" fmla="*/ 440 w 1117"/>
              <a:gd name="T13" fmla="*/ 0 h 163"/>
              <a:gd name="T14" fmla="*/ 106 w 1117"/>
              <a:gd name="T15" fmla="*/ 0 h 163"/>
              <a:gd name="T16" fmla="*/ 0 w 1117"/>
              <a:gd name="T17" fmla="*/ 0 h 163"/>
              <a:gd name="T18" fmla="*/ 0 w 1117"/>
              <a:gd name="T19" fmla="*/ 163 h 163"/>
              <a:gd name="T20" fmla="*/ 106 w 1117"/>
              <a:gd name="T21" fmla="*/ 163 h 163"/>
              <a:gd name="T22" fmla="*/ 440 w 1117"/>
              <a:gd name="T23" fmla="*/ 163 h 163"/>
              <a:gd name="T24" fmla="*/ 562 w 1117"/>
              <a:gd name="T25" fmla="*/ 163 h 163"/>
              <a:gd name="T26" fmla="*/ 578 w 1117"/>
              <a:gd name="T27" fmla="*/ 163 h 163"/>
              <a:gd name="T28" fmla="*/ 1034 w 1117"/>
              <a:gd name="T29" fmla="*/ 163 h 163"/>
              <a:gd name="T30" fmla="*/ 1039 w 1117"/>
              <a:gd name="T31" fmla="*/ 161 h 163"/>
              <a:gd name="T32" fmla="*/ 1040 w 1117"/>
              <a:gd name="T33" fmla="*/ 160 h 163"/>
              <a:gd name="T34" fmla="*/ 1114 w 1117"/>
              <a:gd name="T35" fmla="*/ 86 h 163"/>
              <a:gd name="T36" fmla="*/ 1114 w 1117"/>
              <a:gd name="T37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117" h="163">
                <a:moveTo>
                  <a:pt x="1114" y="77"/>
                </a:moveTo>
                <a:cubicBezTo>
                  <a:pt x="1040" y="3"/>
                  <a:pt x="1040" y="3"/>
                  <a:pt x="1040" y="3"/>
                </a:cubicBezTo>
                <a:cubicBezTo>
                  <a:pt x="1040" y="2"/>
                  <a:pt x="1039" y="2"/>
                  <a:pt x="1039" y="2"/>
                </a:cubicBezTo>
                <a:cubicBezTo>
                  <a:pt x="1038" y="1"/>
                  <a:pt x="1036" y="0"/>
                  <a:pt x="1034" y="0"/>
                </a:cubicBezTo>
                <a:cubicBezTo>
                  <a:pt x="578" y="0"/>
                  <a:pt x="578" y="0"/>
                  <a:pt x="578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40" y="0"/>
                  <a:pt x="440" y="0"/>
                  <a:pt x="440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40" y="163"/>
                  <a:pt x="440" y="163"/>
                  <a:pt x="440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8" y="163"/>
                  <a:pt x="578" y="163"/>
                  <a:pt x="578" y="163"/>
                </a:cubicBezTo>
                <a:cubicBezTo>
                  <a:pt x="1034" y="163"/>
                  <a:pt x="1034" y="163"/>
                  <a:pt x="1034" y="163"/>
                </a:cubicBezTo>
                <a:cubicBezTo>
                  <a:pt x="1036" y="163"/>
                  <a:pt x="1038" y="162"/>
                  <a:pt x="1039" y="161"/>
                </a:cubicBezTo>
                <a:cubicBezTo>
                  <a:pt x="1039" y="160"/>
                  <a:pt x="1040" y="160"/>
                  <a:pt x="1040" y="160"/>
                </a:cubicBezTo>
                <a:cubicBezTo>
                  <a:pt x="1114" y="86"/>
                  <a:pt x="1114" y="86"/>
                  <a:pt x="1114" y="86"/>
                </a:cubicBezTo>
                <a:cubicBezTo>
                  <a:pt x="1117" y="83"/>
                  <a:pt x="1117" y="79"/>
                  <a:pt x="1114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0456B26-8DB1-B8DE-BB2B-9051E58D1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7994" y="1451424"/>
            <a:ext cx="5640502" cy="3962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002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BD9812-3FB2-5CB3-93E6-DE3F6FBEB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/>
              <a:t>3.1. INTERNET PLATFORMS</a:t>
            </a:r>
            <a:endParaRPr lang="pt-PT" b="1" dirty="0"/>
          </a:p>
        </p:txBody>
      </p:sp>
      <p:graphicFrame>
        <p:nvGraphicFramePr>
          <p:cNvPr id="9" name="Marcador de Posição de Conteúdo 2">
            <a:extLst>
              <a:ext uri="{FF2B5EF4-FFF2-40B4-BE49-F238E27FC236}">
                <a16:creationId xmlns:a16="http://schemas.microsoft.com/office/drawing/2014/main" id="{021BABCE-88E1-8A4E-FFFA-28C7B2D5D5F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589212" y="1327355"/>
          <a:ext cx="8915400" cy="51735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34070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1A44C337-3893-4B29-A265-B1329150B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81E0B358-1267-4844-8B3D-B7A279B41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36169" y="228600"/>
            <a:ext cx="2851523" cy="6638625"/>
            <a:chOff x="2487613" y="285750"/>
            <a:chExt cx="2428875" cy="5654676"/>
          </a:xfrm>
        </p:grpSpPr>
        <p:sp>
          <p:nvSpPr>
            <p:cNvPr id="74" name="Freeform 11">
              <a:extLst>
                <a:ext uri="{FF2B5EF4-FFF2-40B4-BE49-F238E27FC236}">
                  <a16:creationId xmlns:a16="http://schemas.microsoft.com/office/drawing/2014/main" id="{B24AA06A-F1A5-4BB3-9486-9AE7A53B3F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75" name="Freeform 12">
              <a:extLst>
                <a:ext uri="{FF2B5EF4-FFF2-40B4-BE49-F238E27FC236}">
                  <a16:creationId xmlns:a16="http://schemas.microsoft.com/office/drawing/2014/main" id="{BDF97590-C600-44CB-9303-4A3679F516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76" name="Freeform 13">
              <a:extLst>
                <a:ext uri="{FF2B5EF4-FFF2-40B4-BE49-F238E27FC236}">
                  <a16:creationId xmlns:a16="http://schemas.microsoft.com/office/drawing/2014/main" id="{A9BBE156-3FFA-4DC4-8468-35BD28DDC6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77" name="Freeform 14">
              <a:extLst>
                <a:ext uri="{FF2B5EF4-FFF2-40B4-BE49-F238E27FC236}">
                  <a16:creationId xmlns:a16="http://schemas.microsoft.com/office/drawing/2014/main" id="{F7960DE5-3810-4B1E-B1E2-3BAFEA91ED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78" name="Freeform 15">
              <a:extLst>
                <a:ext uri="{FF2B5EF4-FFF2-40B4-BE49-F238E27FC236}">
                  <a16:creationId xmlns:a16="http://schemas.microsoft.com/office/drawing/2014/main" id="{359E957C-CE11-446F-8AA7-B3E98390B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79" name="Freeform 16">
              <a:extLst>
                <a:ext uri="{FF2B5EF4-FFF2-40B4-BE49-F238E27FC236}">
                  <a16:creationId xmlns:a16="http://schemas.microsoft.com/office/drawing/2014/main" id="{A3E9FE34-CA9E-4443-BEBF-D1B9A1C6C2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80" name="Freeform 17">
              <a:extLst>
                <a:ext uri="{FF2B5EF4-FFF2-40B4-BE49-F238E27FC236}">
                  <a16:creationId xmlns:a16="http://schemas.microsoft.com/office/drawing/2014/main" id="{4F39D814-8A48-4509-BDEB-826F1065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81" name="Freeform 18">
              <a:extLst>
                <a:ext uri="{FF2B5EF4-FFF2-40B4-BE49-F238E27FC236}">
                  <a16:creationId xmlns:a16="http://schemas.microsoft.com/office/drawing/2014/main" id="{8C6D08C0-8C49-4B87-9CF4-A1F08714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82" name="Freeform 19">
              <a:extLst>
                <a:ext uri="{FF2B5EF4-FFF2-40B4-BE49-F238E27FC236}">
                  <a16:creationId xmlns:a16="http://schemas.microsoft.com/office/drawing/2014/main" id="{308C612B-4C0D-4863-B9CD-F86ABAA1B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83" name="Freeform 20">
              <a:extLst>
                <a:ext uri="{FF2B5EF4-FFF2-40B4-BE49-F238E27FC236}">
                  <a16:creationId xmlns:a16="http://schemas.microsoft.com/office/drawing/2014/main" id="{600B1EC8-1B55-4390-A183-C33B5E227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84" name="Freeform 21">
              <a:extLst>
                <a:ext uri="{FF2B5EF4-FFF2-40B4-BE49-F238E27FC236}">
                  <a16:creationId xmlns:a16="http://schemas.microsoft.com/office/drawing/2014/main" id="{1790A225-91E1-4BE5-A801-5F1E32721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85" name="Freeform 22">
              <a:extLst>
                <a:ext uri="{FF2B5EF4-FFF2-40B4-BE49-F238E27FC236}">
                  <a16:creationId xmlns:a16="http://schemas.microsoft.com/office/drawing/2014/main" id="{DFFC46A2-6BBF-47FD-BC17-5EE1DF7CB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AF44CA9C-80E8-44E1-A79C-D6EBFC73B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77117" y="-786"/>
            <a:ext cx="2356675" cy="6854040"/>
            <a:chOff x="6627813" y="194833"/>
            <a:chExt cx="1952625" cy="5678918"/>
          </a:xfrm>
        </p:grpSpPr>
        <p:sp>
          <p:nvSpPr>
            <p:cNvPr id="88" name="Freeform 27">
              <a:extLst>
                <a:ext uri="{FF2B5EF4-FFF2-40B4-BE49-F238E27FC236}">
                  <a16:creationId xmlns:a16="http://schemas.microsoft.com/office/drawing/2014/main" id="{8CB9417F-98D9-4998-B00B-A5932E4C7D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89" name="Freeform 28">
              <a:extLst>
                <a:ext uri="{FF2B5EF4-FFF2-40B4-BE49-F238E27FC236}">
                  <a16:creationId xmlns:a16="http://schemas.microsoft.com/office/drawing/2014/main" id="{FA79AA3D-583E-4A1E-AF7E-CBD980F596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90" name="Freeform 29">
              <a:extLst>
                <a:ext uri="{FF2B5EF4-FFF2-40B4-BE49-F238E27FC236}">
                  <a16:creationId xmlns:a16="http://schemas.microsoft.com/office/drawing/2014/main" id="{D80C9F17-A6B2-4A12-BC77-F84264A669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91" name="Freeform 30">
              <a:extLst>
                <a:ext uri="{FF2B5EF4-FFF2-40B4-BE49-F238E27FC236}">
                  <a16:creationId xmlns:a16="http://schemas.microsoft.com/office/drawing/2014/main" id="{949C9A53-ED97-44CE-BDD5-ED24892116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92" name="Freeform 31">
              <a:extLst>
                <a:ext uri="{FF2B5EF4-FFF2-40B4-BE49-F238E27FC236}">
                  <a16:creationId xmlns:a16="http://schemas.microsoft.com/office/drawing/2014/main" id="{0F9FDAE7-225B-4072-8907-6EAA06174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93" name="Freeform 32">
              <a:extLst>
                <a:ext uri="{FF2B5EF4-FFF2-40B4-BE49-F238E27FC236}">
                  <a16:creationId xmlns:a16="http://schemas.microsoft.com/office/drawing/2014/main" id="{9D49818B-8EA3-4B41-9783-EFE0C618C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94" name="Freeform 33">
              <a:extLst>
                <a:ext uri="{FF2B5EF4-FFF2-40B4-BE49-F238E27FC236}">
                  <a16:creationId xmlns:a16="http://schemas.microsoft.com/office/drawing/2014/main" id="{01903E65-D822-4457-B0A5-2F41682241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95" name="Freeform 34">
              <a:extLst>
                <a:ext uri="{FF2B5EF4-FFF2-40B4-BE49-F238E27FC236}">
                  <a16:creationId xmlns:a16="http://schemas.microsoft.com/office/drawing/2014/main" id="{A5CF9DAB-75BF-43D9-B1E7-817D1FAA00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96" name="Freeform 35">
              <a:extLst>
                <a:ext uri="{FF2B5EF4-FFF2-40B4-BE49-F238E27FC236}">
                  <a16:creationId xmlns:a16="http://schemas.microsoft.com/office/drawing/2014/main" id="{BB22916D-4BCF-4A4C-8714-A2564D34C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97" name="Freeform 36">
              <a:extLst>
                <a:ext uri="{FF2B5EF4-FFF2-40B4-BE49-F238E27FC236}">
                  <a16:creationId xmlns:a16="http://schemas.microsoft.com/office/drawing/2014/main" id="{4CD9F734-569E-44E7-BD53-6214E0F18C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98" name="Freeform 37">
              <a:extLst>
                <a:ext uri="{FF2B5EF4-FFF2-40B4-BE49-F238E27FC236}">
                  <a16:creationId xmlns:a16="http://schemas.microsoft.com/office/drawing/2014/main" id="{7A5DAACB-2F42-40C8-BF6A-75B79299F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99" name="Freeform 38">
              <a:extLst>
                <a:ext uri="{FF2B5EF4-FFF2-40B4-BE49-F238E27FC236}">
                  <a16:creationId xmlns:a16="http://schemas.microsoft.com/office/drawing/2014/main" id="{AD78E0F9-8568-4672-A22F-4ED5B1A96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578B668-2FD5-B6CA-F3FF-D92372145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3096" y="624110"/>
            <a:ext cx="5021516" cy="1280890"/>
          </a:xfrm>
        </p:spPr>
        <p:txBody>
          <a:bodyPr>
            <a:normAutofit/>
          </a:bodyPr>
          <a:lstStyle/>
          <a:p>
            <a:r>
              <a:rPr lang="pt-PT" dirty="0"/>
              <a:t>3.2. </a:t>
            </a:r>
            <a:r>
              <a:rPr lang="pt-PT" dirty="0" err="1"/>
              <a:t>Computer</a:t>
            </a:r>
            <a:r>
              <a:rPr lang="pt-PT" dirty="0"/>
              <a:t> Hardware </a:t>
            </a:r>
            <a:r>
              <a:rPr lang="pt-PT" dirty="0" err="1"/>
              <a:t>Platforms</a:t>
            </a:r>
            <a:endParaRPr lang="pt-PT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AA5CD610-ED7C-4CED-A9A1-174432C88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5704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103" name="Freeform 11">
            <a:extLst>
              <a:ext uri="{FF2B5EF4-FFF2-40B4-BE49-F238E27FC236}">
                <a16:creationId xmlns:a16="http://schemas.microsoft.com/office/drawing/2014/main" id="{0C4379BF-8C7A-480A-BC36-DA55D92A9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4645704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PT"/>
          </a:p>
        </p:txBody>
      </p:sp>
      <p:pic>
        <p:nvPicPr>
          <p:cNvPr id="7" name="Picture 6" descr="Placa de circuito eletrónica">
            <a:extLst>
              <a:ext uri="{FF2B5EF4-FFF2-40B4-BE49-F238E27FC236}">
                <a16:creationId xmlns:a16="http://schemas.microsoft.com/office/drawing/2014/main" id="{74BBE0F1-1AAD-5687-DAE6-E2814400AC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729" r="11805" b="-2"/>
          <a:stretch/>
        </p:blipFill>
        <p:spPr>
          <a:xfrm>
            <a:off x="-1555" y="1731"/>
            <a:ext cx="4671091" cy="6858000"/>
          </a:xfrm>
          <a:prstGeom prst="rect">
            <a:avLst/>
          </a:prstGeom>
        </p:spPr>
      </p:pic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231E3E0-5711-EB6F-29B2-19DF265B3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191" y="2133600"/>
            <a:ext cx="5066419" cy="3777622"/>
          </a:xfrm>
        </p:spPr>
        <p:txBody>
          <a:bodyPr>
            <a:normAutofit/>
          </a:bodyPr>
          <a:lstStyle/>
          <a:p>
            <a:r>
              <a:rPr lang="pt-PT" dirty="0"/>
              <a:t>A empresa possui:</a:t>
            </a:r>
          </a:p>
          <a:p>
            <a:pPr lvl="1"/>
            <a:r>
              <a:rPr lang="pt-PT" dirty="0"/>
              <a:t>Dois computadores desktop Lenovo(</a:t>
            </a:r>
            <a:r>
              <a:rPr lang="pt-PT" dirty="0" err="1"/>
              <a:t>intel</a:t>
            </a:r>
            <a:r>
              <a:rPr lang="pt-PT" dirty="0"/>
              <a:t> core i7,8gb RAM);</a:t>
            </a:r>
          </a:p>
          <a:p>
            <a:pPr lvl="1"/>
            <a:r>
              <a:rPr lang="pt-PT" dirty="0"/>
              <a:t>Um tablet Samsung;</a:t>
            </a:r>
          </a:p>
          <a:p>
            <a:pPr lvl="1"/>
            <a:r>
              <a:rPr lang="pt-PT" dirty="0"/>
              <a:t>Uma impressora a jato de tinta.</a:t>
            </a:r>
          </a:p>
          <a:p>
            <a:pPr lvl="1"/>
            <a:r>
              <a:rPr lang="pt-PT"/>
              <a:t>3 telemóveis:</a:t>
            </a:r>
            <a:endParaRPr lang="pt-PT" dirty="0"/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5470287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3D9AEEE-1CCD-43C0-BA3E-16D60A6E2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EF7D3C-009A-71DD-8A18-7F65CEB76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r>
              <a:rPr lang="pt-PT" sz="3200" b="1">
                <a:solidFill>
                  <a:schemeClr val="bg1"/>
                </a:solidFill>
              </a:rPr>
              <a:t>3.3. Operating Systems Platforms</a:t>
            </a:r>
            <a:br>
              <a:rPr lang="pt-PT" sz="3200" b="1">
                <a:solidFill>
                  <a:schemeClr val="bg1"/>
                </a:solidFill>
              </a:rPr>
            </a:br>
            <a:endParaRPr lang="pt-PT" sz="3200" b="1">
              <a:solidFill>
                <a:schemeClr val="bg1"/>
              </a:solidFill>
            </a:endParaRPr>
          </a:p>
        </p:txBody>
      </p:sp>
      <p:sp>
        <p:nvSpPr>
          <p:cNvPr id="20" name="Freeform 11">
            <a:extLst>
              <a:ext uri="{FF2B5EF4-FFF2-40B4-BE49-F238E27FC236}">
                <a16:creationId xmlns:a16="http://schemas.microsoft.com/office/drawing/2014/main" id="{60F880A6-33D3-4EEC-A780-B73559B9F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PT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C6246ED-0535-4496-A8F6-1E80CC4E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Marcador de Posição de Conteúdo 2">
            <a:extLst>
              <a:ext uri="{FF2B5EF4-FFF2-40B4-BE49-F238E27FC236}">
                <a16:creationId xmlns:a16="http://schemas.microsoft.com/office/drawing/2014/main" id="{E55F111A-611A-60DE-8ED2-6EDC8948BB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7376209"/>
              </p:ext>
            </p:extLst>
          </p:nvPr>
        </p:nvGraphicFramePr>
        <p:xfrm>
          <a:off x="4713144" y="641551"/>
          <a:ext cx="6832212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366389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9FE08D8-CEA0-461E-870A-02CD15D9B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1E3CC9C-9917-ED3E-FC35-57A45E1BA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r>
              <a:rPr lang="pt-PT" sz="3000" b="1" dirty="0">
                <a:solidFill>
                  <a:schemeClr val="bg1"/>
                </a:solidFill>
              </a:rPr>
              <a:t>3.4. </a:t>
            </a:r>
            <a:r>
              <a:rPr lang="pt-PT" sz="3000" b="1" dirty="0" err="1">
                <a:solidFill>
                  <a:schemeClr val="bg1"/>
                </a:solidFill>
              </a:rPr>
              <a:t>Enterprise</a:t>
            </a:r>
            <a:r>
              <a:rPr lang="pt-PT" sz="3000" b="1" dirty="0">
                <a:solidFill>
                  <a:schemeClr val="bg1"/>
                </a:solidFill>
              </a:rPr>
              <a:t> Software </a:t>
            </a:r>
            <a:r>
              <a:rPr lang="pt-PT" sz="3000" b="1" dirty="0" err="1">
                <a:solidFill>
                  <a:schemeClr val="bg1"/>
                </a:solidFill>
              </a:rPr>
              <a:t>Application</a:t>
            </a:r>
            <a:br>
              <a:rPr lang="pt-PT" sz="3000" b="1" dirty="0">
                <a:solidFill>
                  <a:schemeClr val="bg1"/>
                </a:solidFill>
              </a:rPr>
            </a:br>
            <a:endParaRPr lang="pt-PT" sz="3000" b="1" dirty="0">
              <a:solidFill>
                <a:schemeClr val="bg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2B982904-A46E-41DF-BA98-61E2300C7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PT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7018161-547E-48F7-A0D9-272C9EA5B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Marcador de Posição de Conteúdo 2">
            <a:extLst>
              <a:ext uri="{FF2B5EF4-FFF2-40B4-BE49-F238E27FC236}">
                <a16:creationId xmlns:a16="http://schemas.microsoft.com/office/drawing/2014/main" id="{5CB2332E-819A-F62C-08E9-55A04213D2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0298483"/>
              </p:ext>
            </p:extLst>
          </p:nvPr>
        </p:nvGraphicFramePr>
        <p:xfrm>
          <a:off x="4706578" y="589722"/>
          <a:ext cx="6798033" cy="5321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245981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10">
            <a:extLst>
              <a:ext uri="{FF2B5EF4-FFF2-40B4-BE49-F238E27FC236}">
                <a16:creationId xmlns:a16="http://schemas.microsoft.com/office/drawing/2014/main" id="{A3D9AEEE-1CCD-43C0-BA3E-16D60A6E2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C6F9D5F-6B3B-FA8B-1A1B-EB35B9F87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27" y="3429000"/>
            <a:ext cx="2454052" cy="3029344"/>
          </a:xfrm>
        </p:spPr>
        <p:txBody>
          <a:bodyPr>
            <a:normAutofit/>
          </a:bodyPr>
          <a:lstStyle/>
          <a:p>
            <a:r>
              <a:rPr lang="pt-PT" sz="3000" b="1" dirty="0">
                <a:solidFill>
                  <a:schemeClr val="bg1"/>
                </a:solidFill>
              </a:rPr>
              <a:t>3.5. </a:t>
            </a:r>
            <a:r>
              <a:rPr lang="pt-PT" sz="3000" b="1" dirty="0" err="1">
                <a:solidFill>
                  <a:schemeClr val="bg1"/>
                </a:solidFill>
              </a:rPr>
              <a:t>Networking</a:t>
            </a:r>
            <a:r>
              <a:rPr lang="pt-PT" sz="3000" b="1" dirty="0">
                <a:solidFill>
                  <a:schemeClr val="bg1"/>
                </a:solidFill>
              </a:rPr>
              <a:t>/</a:t>
            </a:r>
            <a:r>
              <a:rPr lang="pt-PT" sz="3000" b="1" dirty="0" err="1">
                <a:solidFill>
                  <a:schemeClr val="bg1"/>
                </a:solidFill>
              </a:rPr>
              <a:t>Telecommunications</a:t>
            </a:r>
            <a:endParaRPr lang="pt-PT" sz="3000" b="1" dirty="0">
              <a:solidFill>
                <a:schemeClr val="bg1"/>
              </a:solidFill>
            </a:endParaRPr>
          </a:p>
        </p:txBody>
      </p:sp>
      <p:sp>
        <p:nvSpPr>
          <p:cNvPr id="46" name="Freeform 11">
            <a:extLst>
              <a:ext uri="{FF2B5EF4-FFF2-40B4-BE49-F238E27FC236}">
                <a16:creationId xmlns:a16="http://schemas.microsoft.com/office/drawing/2014/main" id="{60F880A6-33D3-4EEC-A780-B73559B9F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PT"/>
          </a:p>
        </p:txBody>
      </p:sp>
      <p:sp useBgFill="1">
        <p:nvSpPr>
          <p:cNvPr id="47" name="Rectangle 14">
            <a:extLst>
              <a:ext uri="{FF2B5EF4-FFF2-40B4-BE49-F238E27FC236}">
                <a16:creationId xmlns:a16="http://schemas.microsoft.com/office/drawing/2014/main" id="{2C6246ED-0535-4496-A8F6-1E80CC4E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8" name="Marcador de Posição de Conteúdo 2">
            <a:extLst>
              <a:ext uri="{FF2B5EF4-FFF2-40B4-BE49-F238E27FC236}">
                <a16:creationId xmlns:a16="http://schemas.microsoft.com/office/drawing/2014/main" id="{1B3E294C-24A9-71ED-7724-BB503C404E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9677564"/>
              </p:ext>
            </p:extLst>
          </p:nvPr>
        </p:nvGraphicFramePr>
        <p:xfrm>
          <a:off x="4713144" y="641551"/>
          <a:ext cx="6832212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99732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3D9AEEE-1CCD-43C0-BA3E-16D60A6E2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F7E88D4-EAEE-9FAB-4858-BAD155D79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r>
              <a:rPr lang="en-US" sz="3000" b="1">
                <a:solidFill>
                  <a:schemeClr val="bg1"/>
                </a:solidFill>
              </a:rPr>
              <a:t>3.6. Consultants and System Integrators</a:t>
            </a:r>
            <a:br>
              <a:rPr lang="en-US" sz="3000" b="1">
                <a:solidFill>
                  <a:schemeClr val="bg1"/>
                </a:solidFill>
              </a:rPr>
            </a:br>
            <a:endParaRPr lang="pt-PT" sz="3000" b="1">
              <a:solidFill>
                <a:schemeClr val="bg1"/>
              </a:solidFill>
            </a:endParaRPr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60F880A6-33D3-4EEC-A780-B73559B9F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PT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C6246ED-0535-4496-A8F6-1E80CC4E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Marcador de Posição de Conteúdo 2">
            <a:extLst>
              <a:ext uri="{FF2B5EF4-FFF2-40B4-BE49-F238E27FC236}">
                <a16:creationId xmlns:a16="http://schemas.microsoft.com/office/drawing/2014/main" id="{6CB1CD38-16CB-7EDD-A428-8F99C8BB82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3883437"/>
              </p:ext>
            </p:extLst>
          </p:nvPr>
        </p:nvGraphicFramePr>
        <p:xfrm>
          <a:off x="4713144" y="641551"/>
          <a:ext cx="6832212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644193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08E29F-0741-D1F9-4B34-D00CCDAFE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3.7. Data Management and Storage</a:t>
            </a:r>
          </a:p>
        </p:txBody>
      </p:sp>
      <p:graphicFrame>
        <p:nvGraphicFramePr>
          <p:cNvPr id="7" name="Marcador de Posição de Conteúdo 2">
            <a:extLst>
              <a:ext uri="{FF2B5EF4-FFF2-40B4-BE49-F238E27FC236}">
                <a16:creationId xmlns:a16="http://schemas.microsoft.com/office/drawing/2014/main" id="{0466B710-EF65-28C2-3D46-AAC2830E13E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589212" y="2133600"/>
          <a:ext cx="8915400" cy="3777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654938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3D9AEEE-1CCD-43C0-BA3E-16D60A6E2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FD9D2DA-F337-1721-3023-0BBAEAF45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r>
              <a:rPr lang="pt-PT" sz="3000" b="1">
                <a:solidFill>
                  <a:schemeClr val="bg1"/>
                </a:solidFill>
              </a:rPr>
              <a:t>4. Bases de Dados e Gestão de Informação na Empresa</a:t>
            </a:r>
            <a:br>
              <a:rPr lang="pt-PT" sz="3000">
                <a:solidFill>
                  <a:schemeClr val="bg1"/>
                </a:solidFill>
              </a:rPr>
            </a:br>
            <a:endParaRPr lang="pt-PT" sz="3000">
              <a:solidFill>
                <a:schemeClr val="bg1"/>
              </a:solidFill>
            </a:endParaRPr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60F880A6-33D3-4EEC-A780-B73559B9F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PT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C6246ED-0535-4496-A8F6-1E80CC4E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Marcador de Posição de Conteúdo 2">
            <a:extLst>
              <a:ext uri="{FF2B5EF4-FFF2-40B4-BE49-F238E27FC236}">
                <a16:creationId xmlns:a16="http://schemas.microsoft.com/office/drawing/2014/main" id="{2077F585-D0D7-7DA2-FE89-14BE760DC8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4102469"/>
              </p:ext>
            </p:extLst>
          </p:nvPr>
        </p:nvGraphicFramePr>
        <p:xfrm>
          <a:off x="4713144" y="641551"/>
          <a:ext cx="6832212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356341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10">
            <a:extLst>
              <a:ext uri="{FF2B5EF4-FFF2-40B4-BE49-F238E27FC236}">
                <a16:creationId xmlns:a16="http://schemas.microsoft.com/office/drawing/2014/main" id="{BF7E8610-2DF7-4AF0-B876-0F3B7882A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12">
            <a:extLst>
              <a:ext uri="{FF2B5EF4-FFF2-40B4-BE49-F238E27FC236}">
                <a16:creationId xmlns:a16="http://schemas.microsoft.com/office/drawing/2014/main" id="{C1C8C023-62A6-4DA0-8DF4-3F4EA94090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0669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44AD26F-7061-17A5-9DB1-6CA90F3D5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3391" y="624110"/>
            <a:ext cx="9383408" cy="128089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PT" sz="2800">
                <a:solidFill>
                  <a:schemeClr val="bg1"/>
                </a:solidFill>
              </a:rPr>
              <a:t>5. </a:t>
            </a:r>
            <a:r>
              <a:rPr lang="pt-PT" sz="2800" b="1">
                <a:solidFill>
                  <a:schemeClr val="bg1"/>
                </a:solidFill>
              </a:rPr>
              <a:t>Sugestões de Melhorias nos Tópicos Abordados na Empresa</a:t>
            </a:r>
            <a:br>
              <a:rPr lang="pt-PT" sz="2800">
                <a:solidFill>
                  <a:schemeClr val="bg1"/>
                </a:solidFill>
              </a:rPr>
            </a:br>
            <a:endParaRPr lang="pt-PT" sz="2800">
              <a:solidFill>
                <a:schemeClr val="bg1"/>
              </a:solidFill>
            </a:endParaRPr>
          </a:p>
        </p:txBody>
      </p:sp>
      <p:sp>
        <p:nvSpPr>
          <p:cNvPr id="15" name="Freeform 11">
            <a:extLst>
              <a:ext uri="{FF2B5EF4-FFF2-40B4-BE49-F238E27FC236}">
                <a16:creationId xmlns:a16="http://schemas.microsoft.com/office/drawing/2014/main" id="{26B9FE07-322E-43FB-8707-C9826BD90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PT"/>
          </a:p>
        </p:txBody>
      </p:sp>
      <p:graphicFrame>
        <p:nvGraphicFramePr>
          <p:cNvPr id="56" name="Marcador de Posição de Conteúdo 2">
            <a:extLst>
              <a:ext uri="{FF2B5EF4-FFF2-40B4-BE49-F238E27FC236}">
                <a16:creationId xmlns:a16="http://schemas.microsoft.com/office/drawing/2014/main" id="{4E85420E-C560-99AD-5082-BBCC796A9C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0862438"/>
              </p:ext>
            </p:extLst>
          </p:nvPr>
        </p:nvGraphicFramePr>
        <p:xfrm>
          <a:off x="961012" y="2930805"/>
          <a:ext cx="10265786" cy="29619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6498360"/>
      </p:ext>
    </p:extLst>
  </p:cSld>
  <p:clrMapOvr>
    <a:masterClrMapping/>
  </p:clrMapOvr>
</p:sld>
</file>

<file path=ppt/theme/theme1.xml><?xml version="1.0" encoding="utf-8"?>
<a:theme xmlns:a="http://schemas.openxmlformats.org/drawingml/2006/main" name="Haste">
  <a:themeElements>
    <a:clrScheme name="Haste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Hast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Haste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267</TotalTime>
  <Words>1458</Words>
  <Application>Microsoft Office PowerPoint</Application>
  <PresentationFormat>Ecrã Panorâmico</PresentationFormat>
  <Paragraphs>259</Paragraphs>
  <Slides>21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21</vt:i4>
      </vt:variant>
    </vt:vector>
  </HeadingPairs>
  <TitlesOfParts>
    <vt:vector size="26" baseType="lpstr">
      <vt:lpstr>Aptos</vt:lpstr>
      <vt:lpstr>Arial</vt:lpstr>
      <vt:lpstr>Century Gothic</vt:lpstr>
      <vt:lpstr>Wingdings 3</vt:lpstr>
      <vt:lpstr>Haste</vt:lpstr>
      <vt:lpstr>  Sistemas de Informação 1 – 2023/2024 Licenciatura em Engenharia Informática Grupo 4 (Sérgio Tiago Martins - Instalações Técnicas, Lda) </vt:lpstr>
      <vt:lpstr>INDICE</vt:lpstr>
      <vt:lpstr>0. TPS,MIS</vt:lpstr>
      <vt:lpstr>0. DSS,ESS</vt:lpstr>
      <vt:lpstr>1. Caracterização do Sistema de Informação</vt:lpstr>
      <vt:lpstr>Apresentação do PowerPoint</vt:lpstr>
      <vt:lpstr>Apresentação do PowerPoint</vt:lpstr>
      <vt:lpstr>2. Alinhamento do  sistema de informação com os objetivos estratégicos da empresa</vt:lpstr>
      <vt:lpstr>Apresentação do PowerPoint</vt:lpstr>
      <vt:lpstr>Apresentação do PowerPoint</vt:lpstr>
      <vt:lpstr>Apresentação do PowerPoint</vt:lpstr>
      <vt:lpstr>3. Caracterização das infraestruturas de tecnologia de informação existentes e explicação de como elas dão suporte ao funcionamento da organização </vt:lpstr>
      <vt:lpstr>3.1. INTERNET PLATFORMS</vt:lpstr>
      <vt:lpstr>3.2. Computer Hardware Platforms</vt:lpstr>
      <vt:lpstr>3.3. Operating Systems Platforms </vt:lpstr>
      <vt:lpstr>3.4. Enterprise Software Application </vt:lpstr>
      <vt:lpstr>3.5. Networking/Telecommunications</vt:lpstr>
      <vt:lpstr>3.6. Consultants and System Integrators </vt:lpstr>
      <vt:lpstr>3.7. Data Management and Storage</vt:lpstr>
      <vt:lpstr>4. Bases de Dados e Gestão de Informação na Empresa </vt:lpstr>
      <vt:lpstr>5. Sugestões de Melhorias nos Tópicos Abordados na Empresa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de Informação 1 – 2023/2024 Licenciatura em Engenharia Informática Grupo 4 (Sérgio Tiago Martins - Instalações Técnicas, Lda)</dc:title>
  <dc:creator>Bruno Tiago Ferreira Martins</dc:creator>
  <cp:lastModifiedBy>Bruno Tiago Ferreira Martins</cp:lastModifiedBy>
  <cp:revision>14</cp:revision>
  <cp:lastPrinted>2024-04-20T14:13:04Z</cp:lastPrinted>
  <dcterms:created xsi:type="dcterms:W3CDTF">2024-03-09T23:11:21Z</dcterms:created>
  <dcterms:modified xsi:type="dcterms:W3CDTF">2024-04-20T14:16:45Z</dcterms:modified>
</cp:coreProperties>
</file>