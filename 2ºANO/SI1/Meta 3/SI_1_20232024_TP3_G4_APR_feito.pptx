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3" r:id="rId1"/>
  </p:sldMasterIdLst>
  <p:notesMasterIdLst>
    <p:notesMasterId r:id="rId12"/>
  </p:notesMasterIdLst>
  <p:handoutMasterIdLst>
    <p:handoutMasterId r:id="rId13"/>
  </p:handoutMasterIdLst>
  <p:sldIdLst>
    <p:sldId id="256" r:id="rId2"/>
    <p:sldId id="287" r:id="rId3"/>
    <p:sldId id="288" r:id="rId4"/>
    <p:sldId id="289" r:id="rId5"/>
    <p:sldId id="290" r:id="rId6"/>
    <p:sldId id="291" r:id="rId7"/>
    <p:sldId id="293" r:id="rId8"/>
    <p:sldId id="294" r:id="rId9"/>
    <p:sldId id="295" r:id="rId10"/>
    <p:sldId id="29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4AE77-7F3A-468F-823F-42054FE390F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691CBD-FACE-4BAE-8541-C5EA7B0677B0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Sales Cloud</a:t>
          </a:r>
          <a:r>
            <a:rPr lang="pt-PT"/>
            <a:t>: Otimiza o ciclo de vendas, desde a prospeção até ao fecho de negócios.</a:t>
          </a:r>
          <a:endParaRPr lang="en-US"/>
        </a:p>
      </dgm:t>
    </dgm:pt>
    <dgm:pt modelId="{4F3BE0A9-F851-4781-B3EB-E846F9D9C947}" type="parTrans" cxnId="{51836D7A-0E75-4037-8728-729D678841A1}">
      <dgm:prSet/>
      <dgm:spPr/>
      <dgm:t>
        <a:bodyPr/>
        <a:lstStyle/>
        <a:p>
          <a:endParaRPr lang="en-US"/>
        </a:p>
      </dgm:t>
    </dgm:pt>
    <dgm:pt modelId="{E9228782-A9F6-4410-9264-377F708B4331}" type="sibTrans" cxnId="{51836D7A-0E75-4037-8728-729D678841A1}">
      <dgm:prSet/>
      <dgm:spPr/>
      <dgm:t>
        <a:bodyPr/>
        <a:lstStyle/>
        <a:p>
          <a:endParaRPr lang="en-US"/>
        </a:p>
      </dgm:t>
    </dgm:pt>
    <dgm:pt modelId="{17600CFE-2FFA-4137-A48D-B7BF7B9D03B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Service Cloud</a:t>
          </a:r>
          <a:r>
            <a:rPr lang="pt-PT"/>
            <a:t>: Oferece atendimento ao cliente excecional, com recursos como gestão de casos, chat ao vivo e autoatendimento.</a:t>
          </a:r>
          <a:endParaRPr lang="en-US"/>
        </a:p>
      </dgm:t>
    </dgm:pt>
    <dgm:pt modelId="{82ADAAFD-CD3A-476E-80C5-9AE6A2910FF2}" type="parTrans" cxnId="{16FA8166-A3A1-4988-83A3-AF6F8A3064AC}">
      <dgm:prSet/>
      <dgm:spPr/>
      <dgm:t>
        <a:bodyPr/>
        <a:lstStyle/>
        <a:p>
          <a:endParaRPr lang="en-US"/>
        </a:p>
      </dgm:t>
    </dgm:pt>
    <dgm:pt modelId="{02DFF13A-52A4-4658-AE05-780DF185D8CD}" type="sibTrans" cxnId="{16FA8166-A3A1-4988-83A3-AF6F8A3064AC}">
      <dgm:prSet/>
      <dgm:spPr/>
      <dgm:t>
        <a:bodyPr/>
        <a:lstStyle/>
        <a:p>
          <a:endParaRPr lang="en-US"/>
        </a:p>
      </dgm:t>
    </dgm:pt>
    <dgm:pt modelId="{3ECAB237-7B72-4462-964B-0831D7A88F67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Marketing Cloud</a:t>
          </a:r>
          <a:r>
            <a:rPr lang="pt-PT"/>
            <a:t>: Cria e executa campanhas de marketing personalizadas em diversos canais.</a:t>
          </a:r>
          <a:endParaRPr lang="en-US"/>
        </a:p>
      </dgm:t>
    </dgm:pt>
    <dgm:pt modelId="{5C8871D1-9E63-42AE-9691-384C410109B8}" type="parTrans" cxnId="{DAFE7F4D-6C9B-4BE8-988E-C3F3DB620BE9}">
      <dgm:prSet/>
      <dgm:spPr/>
      <dgm:t>
        <a:bodyPr/>
        <a:lstStyle/>
        <a:p>
          <a:endParaRPr lang="en-US"/>
        </a:p>
      </dgm:t>
    </dgm:pt>
    <dgm:pt modelId="{A47C914F-0789-43A3-BF77-EA56E61F56AB}" type="sibTrans" cxnId="{DAFE7F4D-6C9B-4BE8-988E-C3F3DB620BE9}">
      <dgm:prSet/>
      <dgm:spPr/>
      <dgm:t>
        <a:bodyPr/>
        <a:lstStyle/>
        <a:p>
          <a:endParaRPr lang="en-US"/>
        </a:p>
      </dgm:t>
    </dgm:pt>
    <dgm:pt modelId="{FFB29A01-497C-4159-B0F3-78CAFBFF3741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AppExchange</a:t>
          </a:r>
          <a:r>
            <a:rPr lang="pt-PT"/>
            <a:t>: Marketplace com aplicações e extensões para personalizar a plataforma.</a:t>
          </a:r>
          <a:endParaRPr lang="en-US"/>
        </a:p>
      </dgm:t>
    </dgm:pt>
    <dgm:pt modelId="{1749FA79-4059-471A-9EFA-79C4CB300EC6}" type="parTrans" cxnId="{4A7FE2BA-F266-421B-9ACD-9AFB15A39D7E}">
      <dgm:prSet/>
      <dgm:spPr/>
      <dgm:t>
        <a:bodyPr/>
        <a:lstStyle/>
        <a:p>
          <a:endParaRPr lang="en-US"/>
        </a:p>
      </dgm:t>
    </dgm:pt>
    <dgm:pt modelId="{DA074F12-9981-437D-BF21-710FBAD54B3D}" type="sibTrans" cxnId="{4A7FE2BA-F266-421B-9ACD-9AFB15A39D7E}">
      <dgm:prSet/>
      <dgm:spPr/>
      <dgm:t>
        <a:bodyPr/>
        <a:lstStyle/>
        <a:p>
          <a:endParaRPr lang="en-US"/>
        </a:p>
      </dgm:t>
    </dgm:pt>
    <dgm:pt modelId="{23BBC818-8EA7-44B1-9B08-83FC72CF9354}" type="pres">
      <dgm:prSet presAssocID="{F124AE77-7F3A-468F-823F-42054FE390F8}" presName="root" presStyleCnt="0">
        <dgm:presLayoutVars>
          <dgm:dir/>
          <dgm:resizeHandles val="exact"/>
        </dgm:presLayoutVars>
      </dgm:prSet>
      <dgm:spPr/>
    </dgm:pt>
    <dgm:pt modelId="{F794420B-4B27-4DD4-8E1A-0B27BFA148A0}" type="pres">
      <dgm:prSet presAssocID="{F4691CBD-FACE-4BAE-8541-C5EA7B0677B0}" presName="compNode" presStyleCnt="0"/>
      <dgm:spPr/>
    </dgm:pt>
    <dgm:pt modelId="{B0A5A091-9512-4294-A7F1-54E3B8C5970D}" type="pres">
      <dgm:prSet presAssocID="{F4691CBD-FACE-4BAE-8541-C5EA7B0677B0}" presName="bgRect" presStyleLbl="bgShp" presStyleIdx="0" presStyleCnt="4"/>
      <dgm:spPr/>
    </dgm:pt>
    <dgm:pt modelId="{AD811847-D7A6-4F8B-B298-D7DF620B6952}" type="pres">
      <dgm:prSet presAssocID="{F4691CBD-FACE-4BAE-8541-C5EA7B0677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ças"/>
        </a:ext>
      </dgm:extLst>
    </dgm:pt>
    <dgm:pt modelId="{E467CA86-C6AC-4D5A-93E4-9E70FFE65635}" type="pres">
      <dgm:prSet presAssocID="{F4691CBD-FACE-4BAE-8541-C5EA7B0677B0}" presName="spaceRect" presStyleCnt="0"/>
      <dgm:spPr/>
    </dgm:pt>
    <dgm:pt modelId="{B9E69531-2705-455D-A9F3-D18F77BDBC8D}" type="pres">
      <dgm:prSet presAssocID="{F4691CBD-FACE-4BAE-8541-C5EA7B0677B0}" presName="parTx" presStyleLbl="revTx" presStyleIdx="0" presStyleCnt="4">
        <dgm:presLayoutVars>
          <dgm:chMax val="0"/>
          <dgm:chPref val="0"/>
        </dgm:presLayoutVars>
      </dgm:prSet>
      <dgm:spPr/>
    </dgm:pt>
    <dgm:pt modelId="{21A7E79D-A647-4AD7-BD84-168403A571A7}" type="pres">
      <dgm:prSet presAssocID="{E9228782-A9F6-4410-9264-377F708B4331}" presName="sibTrans" presStyleCnt="0"/>
      <dgm:spPr/>
    </dgm:pt>
    <dgm:pt modelId="{3C282C67-6322-4049-BAC2-140A83D0101E}" type="pres">
      <dgm:prSet presAssocID="{17600CFE-2FFA-4137-A48D-B7BF7B9D03B8}" presName="compNode" presStyleCnt="0"/>
      <dgm:spPr/>
    </dgm:pt>
    <dgm:pt modelId="{BBAA4D1A-EC45-4E37-9B04-E09D74E5B3D7}" type="pres">
      <dgm:prSet presAssocID="{17600CFE-2FFA-4137-A48D-B7BF7B9D03B8}" presName="bgRect" presStyleLbl="bgShp" presStyleIdx="1" presStyleCnt="4"/>
      <dgm:spPr/>
    </dgm:pt>
    <dgm:pt modelId="{E6F5C721-A8C6-4093-A4D5-848209B6CECE}" type="pres">
      <dgm:prSet presAssocID="{17600CFE-2FFA-4137-A48D-B7BF7B9D03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8BDE335F-3A63-49EE-B050-F9F212D0A3E0}" type="pres">
      <dgm:prSet presAssocID="{17600CFE-2FFA-4137-A48D-B7BF7B9D03B8}" presName="spaceRect" presStyleCnt="0"/>
      <dgm:spPr/>
    </dgm:pt>
    <dgm:pt modelId="{C1D6E5BC-C603-4E08-AD28-34C33DEFACEE}" type="pres">
      <dgm:prSet presAssocID="{17600CFE-2FFA-4137-A48D-B7BF7B9D03B8}" presName="parTx" presStyleLbl="revTx" presStyleIdx="1" presStyleCnt="4">
        <dgm:presLayoutVars>
          <dgm:chMax val="0"/>
          <dgm:chPref val="0"/>
        </dgm:presLayoutVars>
      </dgm:prSet>
      <dgm:spPr/>
    </dgm:pt>
    <dgm:pt modelId="{F3946797-0C49-499C-8B6C-26DFC5A405FE}" type="pres">
      <dgm:prSet presAssocID="{02DFF13A-52A4-4658-AE05-780DF185D8CD}" presName="sibTrans" presStyleCnt="0"/>
      <dgm:spPr/>
    </dgm:pt>
    <dgm:pt modelId="{B3C9DAD0-C396-4754-9289-13ED252CB490}" type="pres">
      <dgm:prSet presAssocID="{3ECAB237-7B72-4462-964B-0831D7A88F67}" presName="compNode" presStyleCnt="0"/>
      <dgm:spPr/>
    </dgm:pt>
    <dgm:pt modelId="{AE45A300-55F9-4705-981D-C4D1EF0272A7}" type="pres">
      <dgm:prSet presAssocID="{3ECAB237-7B72-4462-964B-0831D7A88F67}" presName="bgRect" presStyleLbl="bgShp" presStyleIdx="2" presStyleCnt="4"/>
      <dgm:spPr/>
    </dgm:pt>
    <dgm:pt modelId="{9288808D-23AC-4FFF-B736-225639217EA8}" type="pres">
      <dgm:prSet presAssocID="{3ECAB237-7B72-4462-964B-0831D7A88F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luenciador"/>
        </a:ext>
      </dgm:extLst>
    </dgm:pt>
    <dgm:pt modelId="{0BCE1B74-9711-444F-94A3-0BA07A310123}" type="pres">
      <dgm:prSet presAssocID="{3ECAB237-7B72-4462-964B-0831D7A88F67}" presName="spaceRect" presStyleCnt="0"/>
      <dgm:spPr/>
    </dgm:pt>
    <dgm:pt modelId="{63526A16-5899-4783-B5BD-774D8C3E261D}" type="pres">
      <dgm:prSet presAssocID="{3ECAB237-7B72-4462-964B-0831D7A88F67}" presName="parTx" presStyleLbl="revTx" presStyleIdx="2" presStyleCnt="4">
        <dgm:presLayoutVars>
          <dgm:chMax val="0"/>
          <dgm:chPref val="0"/>
        </dgm:presLayoutVars>
      </dgm:prSet>
      <dgm:spPr/>
    </dgm:pt>
    <dgm:pt modelId="{7A4A1D38-3732-4C6B-BD25-6A7188AC9A73}" type="pres">
      <dgm:prSet presAssocID="{A47C914F-0789-43A3-BF77-EA56E61F56AB}" presName="sibTrans" presStyleCnt="0"/>
      <dgm:spPr/>
    </dgm:pt>
    <dgm:pt modelId="{F56FD81B-B7F6-4BC9-AB78-F8C1D77488E4}" type="pres">
      <dgm:prSet presAssocID="{FFB29A01-497C-4159-B0F3-78CAFBFF3741}" presName="compNode" presStyleCnt="0"/>
      <dgm:spPr/>
    </dgm:pt>
    <dgm:pt modelId="{AC5193B6-E92F-4DA5-B9F0-26671BC039CB}" type="pres">
      <dgm:prSet presAssocID="{FFB29A01-497C-4159-B0F3-78CAFBFF3741}" presName="bgRect" presStyleLbl="bgShp" presStyleIdx="3" presStyleCnt="4"/>
      <dgm:spPr/>
    </dgm:pt>
    <dgm:pt modelId="{E66C4013-CC83-4536-BBD7-CFB4A68F91A8}" type="pres">
      <dgm:prSet presAssocID="{FFB29A01-497C-4159-B0F3-78CAFBFF37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gendas"/>
        </a:ext>
      </dgm:extLst>
    </dgm:pt>
    <dgm:pt modelId="{13153746-83FA-4F4C-8B3B-C4AC804BE402}" type="pres">
      <dgm:prSet presAssocID="{FFB29A01-497C-4159-B0F3-78CAFBFF3741}" presName="spaceRect" presStyleCnt="0"/>
      <dgm:spPr/>
    </dgm:pt>
    <dgm:pt modelId="{35C68CC0-CD6D-48C5-8B97-CBC3DB5FD686}" type="pres">
      <dgm:prSet presAssocID="{FFB29A01-497C-4159-B0F3-78CAFBFF374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CFA2F11-5E4B-4B2F-8ABB-0C96C67E1EB8}" type="presOf" srcId="{17600CFE-2FFA-4137-A48D-B7BF7B9D03B8}" destId="{C1D6E5BC-C603-4E08-AD28-34C33DEFACEE}" srcOrd="0" destOrd="0" presId="urn:microsoft.com/office/officeart/2018/2/layout/IconVerticalSolidList"/>
    <dgm:cxn modelId="{16FA8166-A3A1-4988-83A3-AF6F8A3064AC}" srcId="{F124AE77-7F3A-468F-823F-42054FE390F8}" destId="{17600CFE-2FFA-4137-A48D-B7BF7B9D03B8}" srcOrd="1" destOrd="0" parTransId="{82ADAAFD-CD3A-476E-80C5-9AE6A2910FF2}" sibTransId="{02DFF13A-52A4-4658-AE05-780DF185D8CD}"/>
    <dgm:cxn modelId="{DAFE7F4D-6C9B-4BE8-988E-C3F3DB620BE9}" srcId="{F124AE77-7F3A-468F-823F-42054FE390F8}" destId="{3ECAB237-7B72-4462-964B-0831D7A88F67}" srcOrd="2" destOrd="0" parTransId="{5C8871D1-9E63-42AE-9691-384C410109B8}" sibTransId="{A47C914F-0789-43A3-BF77-EA56E61F56AB}"/>
    <dgm:cxn modelId="{FA11076F-AACF-421E-8225-EDBB07F7FB66}" type="presOf" srcId="{FFB29A01-497C-4159-B0F3-78CAFBFF3741}" destId="{35C68CC0-CD6D-48C5-8B97-CBC3DB5FD686}" srcOrd="0" destOrd="0" presId="urn:microsoft.com/office/officeart/2018/2/layout/IconVerticalSolidList"/>
    <dgm:cxn modelId="{27FE8857-6056-4568-8697-746FF21085EA}" type="presOf" srcId="{F124AE77-7F3A-468F-823F-42054FE390F8}" destId="{23BBC818-8EA7-44B1-9B08-83FC72CF9354}" srcOrd="0" destOrd="0" presId="urn:microsoft.com/office/officeart/2018/2/layout/IconVerticalSolidList"/>
    <dgm:cxn modelId="{51836D7A-0E75-4037-8728-729D678841A1}" srcId="{F124AE77-7F3A-468F-823F-42054FE390F8}" destId="{F4691CBD-FACE-4BAE-8541-C5EA7B0677B0}" srcOrd="0" destOrd="0" parTransId="{4F3BE0A9-F851-4781-B3EB-E846F9D9C947}" sibTransId="{E9228782-A9F6-4410-9264-377F708B4331}"/>
    <dgm:cxn modelId="{4A7FE2BA-F266-421B-9ACD-9AFB15A39D7E}" srcId="{F124AE77-7F3A-468F-823F-42054FE390F8}" destId="{FFB29A01-497C-4159-B0F3-78CAFBFF3741}" srcOrd="3" destOrd="0" parTransId="{1749FA79-4059-471A-9EFA-79C4CB300EC6}" sibTransId="{DA074F12-9981-437D-BF21-710FBAD54B3D}"/>
    <dgm:cxn modelId="{6E0D6DC4-B0F1-409A-ADAD-D3E4389552C9}" type="presOf" srcId="{F4691CBD-FACE-4BAE-8541-C5EA7B0677B0}" destId="{B9E69531-2705-455D-A9F3-D18F77BDBC8D}" srcOrd="0" destOrd="0" presId="urn:microsoft.com/office/officeart/2018/2/layout/IconVerticalSolidList"/>
    <dgm:cxn modelId="{67CA21F4-C758-4C4E-9ED5-A09577F966DC}" type="presOf" srcId="{3ECAB237-7B72-4462-964B-0831D7A88F67}" destId="{63526A16-5899-4783-B5BD-774D8C3E261D}" srcOrd="0" destOrd="0" presId="urn:microsoft.com/office/officeart/2018/2/layout/IconVerticalSolidList"/>
    <dgm:cxn modelId="{A9A800F9-0762-4C5E-9960-FDC290A47E34}" type="presParOf" srcId="{23BBC818-8EA7-44B1-9B08-83FC72CF9354}" destId="{F794420B-4B27-4DD4-8E1A-0B27BFA148A0}" srcOrd="0" destOrd="0" presId="urn:microsoft.com/office/officeart/2018/2/layout/IconVerticalSolidList"/>
    <dgm:cxn modelId="{2146424C-60BE-42BA-AF60-12635880C1EC}" type="presParOf" srcId="{F794420B-4B27-4DD4-8E1A-0B27BFA148A0}" destId="{B0A5A091-9512-4294-A7F1-54E3B8C5970D}" srcOrd="0" destOrd="0" presId="urn:microsoft.com/office/officeart/2018/2/layout/IconVerticalSolidList"/>
    <dgm:cxn modelId="{93D8FF33-8151-4367-9AAB-E2B5CB535F2A}" type="presParOf" srcId="{F794420B-4B27-4DD4-8E1A-0B27BFA148A0}" destId="{AD811847-D7A6-4F8B-B298-D7DF620B6952}" srcOrd="1" destOrd="0" presId="urn:microsoft.com/office/officeart/2018/2/layout/IconVerticalSolidList"/>
    <dgm:cxn modelId="{7A90646A-C746-4AFD-BAA0-971DEA65BCCD}" type="presParOf" srcId="{F794420B-4B27-4DD4-8E1A-0B27BFA148A0}" destId="{E467CA86-C6AC-4D5A-93E4-9E70FFE65635}" srcOrd="2" destOrd="0" presId="urn:microsoft.com/office/officeart/2018/2/layout/IconVerticalSolidList"/>
    <dgm:cxn modelId="{911B3B55-0CD7-46BD-B2DD-43C52A8ABD98}" type="presParOf" srcId="{F794420B-4B27-4DD4-8E1A-0B27BFA148A0}" destId="{B9E69531-2705-455D-A9F3-D18F77BDBC8D}" srcOrd="3" destOrd="0" presId="urn:microsoft.com/office/officeart/2018/2/layout/IconVerticalSolidList"/>
    <dgm:cxn modelId="{82006887-D06C-4942-A8CC-DDDCE676C73D}" type="presParOf" srcId="{23BBC818-8EA7-44B1-9B08-83FC72CF9354}" destId="{21A7E79D-A647-4AD7-BD84-168403A571A7}" srcOrd="1" destOrd="0" presId="urn:microsoft.com/office/officeart/2018/2/layout/IconVerticalSolidList"/>
    <dgm:cxn modelId="{D1FECB42-C243-4202-B26A-50C5A0F021FB}" type="presParOf" srcId="{23BBC818-8EA7-44B1-9B08-83FC72CF9354}" destId="{3C282C67-6322-4049-BAC2-140A83D0101E}" srcOrd="2" destOrd="0" presId="urn:microsoft.com/office/officeart/2018/2/layout/IconVerticalSolidList"/>
    <dgm:cxn modelId="{32DC679B-671D-4B86-BFE3-BD1281EA0973}" type="presParOf" srcId="{3C282C67-6322-4049-BAC2-140A83D0101E}" destId="{BBAA4D1A-EC45-4E37-9B04-E09D74E5B3D7}" srcOrd="0" destOrd="0" presId="urn:microsoft.com/office/officeart/2018/2/layout/IconVerticalSolidList"/>
    <dgm:cxn modelId="{C22370E1-BE49-4F08-92EA-A39A5E6F7E9E}" type="presParOf" srcId="{3C282C67-6322-4049-BAC2-140A83D0101E}" destId="{E6F5C721-A8C6-4093-A4D5-848209B6CECE}" srcOrd="1" destOrd="0" presId="urn:microsoft.com/office/officeart/2018/2/layout/IconVerticalSolidList"/>
    <dgm:cxn modelId="{454CCC34-78F6-41E7-A460-A2C463A81A5E}" type="presParOf" srcId="{3C282C67-6322-4049-BAC2-140A83D0101E}" destId="{8BDE335F-3A63-49EE-B050-F9F212D0A3E0}" srcOrd="2" destOrd="0" presId="urn:microsoft.com/office/officeart/2018/2/layout/IconVerticalSolidList"/>
    <dgm:cxn modelId="{7B6D090B-7E0E-403B-AC86-F0057776C7FC}" type="presParOf" srcId="{3C282C67-6322-4049-BAC2-140A83D0101E}" destId="{C1D6E5BC-C603-4E08-AD28-34C33DEFACEE}" srcOrd="3" destOrd="0" presId="urn:microsoft.com/office/officeart/2018/2/layout/IconVerticalSolidList"/>
    <dgm:cxn modelId="{6168C9F3-7BEA-49BE-B827-ABB637B3147C}" type="presParOf" srcId="{23BBC818-8EA7-44B1-9B08-83FC72CF9354}" destId="{F3946797-0C49-499C-8B6C-26DFC5A405FE}" srcOrd="3" destOrd="0" presId="urn:microsoft.com/office/officeart/2018/2/layout/IconVerticalSolidList"/>
    <dgm:cxn modelId="{86F2C8A7-F1AF-4BFD-A313-761AD83E04E8}" type="presParOf" srcId="{23BBC818-8EA7-44B1-9B08-83FC72CF9354}" destId="{B3C9DAD0-C396-4754-9289-13ED252CB490}" srcOrd="4" destOrd="0" presId="urn:microsoft.com/office/officeart/2018/2/layout/IconVerticalSolidList"/>
    <dgm:cxn modelId="{A186E148-0393-47F8-83F5-2B6DC45F9BC2}" type="presParOf" srcId="{B3C9DAD0-C396-4754-9289-13ED252CB490}" destId="{AE45A300-55F9-4705-981D-C4D1EF0272A7}" srcOrd="0" destOrd="0" presId="urn:microsoft.com/office/officeart/2018/2/layout/IconVerticalSolidList"/>
    <dgm:cxn modelId="{93962486-A456-4623-8C5A-BE9B20020CA2}" type="presParOf" srcId="{B3C9DAD0-C396-4754-9289-13ED252CB490}" destId="{9288808D-23AC-4FFF-B736-225639217EA8}" srcOrd="1" destOrd="0" presId="urn:microsoft.com/office/officeart/2018/2/layout/IconVerticalSolidList"/>
    <dgm:cxn modelId="{6A18D887-0B6E-4E43-96BB-FF9AC5D55F52}" type="presParOf" srcId="{B3C9DAD0-C396-4754-9289-13ED252CB490}" destId="{0BCE1B74-9711-444F-94A3-0BA07A310123}" srcOrd="2" destOrd="0" presId="urn:microsoft.com/office/officeart/2018/2/layout/IconVerticalSolidList"/>
    <dgm:cxn modelId="{AE341EEC-F8C3-44DC-8077-6ED5EB86889F}" type="presParOf" srcId="{B3C9DAD0-C396-4754-9289-13ED252CB490}" destId="{63526A16-5899-4783-B5BD-774D8C3E261D}" srcOrd="3" destOrd="0" presId="urn:microsoft.com/office/officeart/2018/2/layout/IconVerticalSolidList"/>
    <dgm:cxn modelId="{F00DF498-5774-458F-90D9-4E0CD832C8BA}" type="presParOf" srcId="{23BBC818-8EA7-44B1-9B08-83FC72CF9354}" destId="{7A4A1D38-3732-4C6B-BD25-6A7188AC9A73}" srcOrd="5" destOrd="0" presId="urn:microsoft.com/office/officeart/2018/2/layout/IconVerticalSolidList"/>
    <dgm:cxn modelId="{0DA88381-820D-4210-B3E5-D38221EA8944}" type="presParOf" srcId="{23BBC818-8EA7-44B1-9B08-83FC72CF9354}" destId="{F56FD81B-B7F6-4BC9-AB78-F8C1D77488E4}" srcOrd="6" destOrd="0" presId="urn:microsoft.com/office/officeart/2018/2/layout/IconVerticalSolidList"/>
    <dgm:cxn modelId="{69F50B24-424A-4A42-BE27-AFA3609F1D19}" type="presParOf" srcId="{F56FD81B-B7F6-4BC9-AB78-F8C1D77488E4}" destId="{AC5193B6-E92F-4DA5-B9F0-26671BC039CB}" srcOrd="0" destOrd="0" presId="urn:microsoft.com/office/officeart/2018/2/layout/IconVerticalSolidList"/>
    <dgm:cxn modelId="{0BF6F10C-E9E9-4E38-BD48-F2BCD184D26B}" type="presParOf" srcId="{F56FD81B-B7F6-4BC9-AB78-F8C1D77488E4}" destId="{E66C4013-CC83-4536-BBD7-CFB4A68F91A8}" srcOrd="1" destOrd="0" presId="urn:microsoft.com/office/officeart/2018/2/layout/IconVerticalSolidList"/>
    <dgm:cxn modelId="{01BF86D0-C324-417E-A356-B151DA38A508}" type="presParOf" srcId="{F56FD81B-B7F6-4BC9-AB78-F8C1D77488E4}" destId="{13153746-83FA-4F4C-8B3B-C4AC804BE402}" srcOrd="2" destOrd="0" presId="urn:microsoft.com/office/officeart/2018/2/layout/IconVerticalSolidList"/>
    <dgm:cxn modelId="{B435DE5D-CEF8-4542-B3AB-83989EF07DA0}" type="presParOf" srcId="{F56FD81B-B7F6-4BC9-AB78-F8C1D77488E4}" destId="{35C68CC0-CD6D-48C5-8B97-CBC3DB5FD6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F4A213-E8CF-4546-89A1-E508DF330DF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C5F4DC-E78F-49DC-8A48-34720A41BFA0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Melhor organização e controlo</a:t>
          </a:r>
          <a:endParaRPr lang="en-US"/>
        </a:p>
      </dgm:t>
    </dgm:pt>
    <dgm:pt modelId="{C7EBC1AA-D4EA-4F22-A16E-4399D00F48A1}" type="parTrans" cxnId="{7D251A1F-1275-41DF-AAE0-DDB56B3247D2}">
      <dgm:prSet/>
      <dgm:spPr/>
      <dgm:t>
        <a:bodyPr/>
        <a:lstStyle/>
        <a:p>
          <a:endParaRPr lang="en-US"/>
        </a:p>
      </dgm:t>
    </dgm:pt>
    <dgm:pt modelId="{105D4606-9326-4E49-AD4D-F437E2368808}" type="sibTrans" cxnId="{7D251A1F-1275-41DF-AAE0-DDB56B3247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75F63D-27DE-4627-816D-AEB3A7B21BD7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Redução de tempo em tarefas administrativas</a:t>
          </a:r>
          <a:endParaRPr lang="en-US"/>
        </a:p>
      </dgm:t>
    </dgm:pt>
    <dgm:pt modelId="{71D5C810-F662-4BE1-9600-1794A074EF37}" type="parTrans" cxnId="{46A7B55D-11ED-48CD-A516-645600AE1ECD}">
      <dgm:prSet/>
      <dgm:spPr/>
      <dgm:t>
        <a:bodyPr/>
        <a:lstStyle/>
        <a:p>
          <a:endParaRPr lang="en-US"/>
        </a:p>
      </dgm:t>
    </dgm:pt>
    <dgm:pt modelId="{B1CC6F2E-7B38-4F03-88FB-B311D1C29D3A}" type="sibTrans" cxnId="{46A7B55D-11ED-48CD-A516-645600AE1E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4E855C-ADFA-4E69-B2F5-8D7249EBF2B3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Acesso rápido à informação</a:t>
          </a:r>
          <a:endParaRPr lang="en-US"/>
        </a:p>
      </dgm:t>
    </dgm:pt>
    <dgm:pt modelId="{4B680E08-2F15-486F-BAE3-00DF4B5B3C9F}" type="parTrans" cxnId="{64F95D68-45C1-46AB-9ADF-D289F36A772D}">
      <dgm:prSet/>
      <dgm:spPr/>
      <dgm:t>
        <a:bodyPr/>
        <a:lstStyle/>
        <a:p>
          <a:endParaRPr lang="en-US"/>
        </a:p>
      </dgm:t>
    </dgm:pt>
    <dgm:pt modelId="{6E9E8833-E6D9-4F0B-BE50-E1AEF47E8BBE}" type="sibTrans" cxnId="{64F95D68-45C1-46AB-9ADF-D289F36A772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EE58ADC-7E5B-4AD6-8D78-14BF77CCDF9B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Otimização da gestão de serviços</a:t>
          </a:r>
          <a:endParaRPr lang="en-US"/>
        </a:p>
      </dgm:t>
    </dgm:pt>
    <dgm:pt modelId="{A3B16237-B117-4808-888E-FEBCB1C5C89C}" type="parTrans" cxnId="{ED3B7C96-B986-4D11-8716-6F3632851116}">
      <dgm:prSet/>
      <dgm:spPr/>
      <dgm:t>
        <a:bodyPr/>
        <a:lstStyle/>
        <a:p>
          <a:endParaRPr lang="en-US"/>
        </a:p>
      </dgm:t>
    </dgm:pt>
    <dgm:pt modelId="{330C3651-7612-4099-9608-B38522BE2C3D}" type="sibTrans" cxnId="{ED3B7C96-B986-4D11-8716-6F36328511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DD6A32-7611-4739-B366-06C1F3AC84B6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/>
            <a:t>Evitar perda de informação</a:t>
          </a:r>
          <a:endParaRPr lang="en-US" dirty="0"/>
        </a:p>
      </dgm:t>
    </dgm:pt>
    <dgm:pt modelId="{7A68B7BC-077E-4617-9F60-BA789E97403C}" type="parTrans" cxnId="{86495313-10F2-48D5-81D4-BB032E2134DD}">
      <dgm:prSet/>
      <dgm:spPr/>
      <dgm:t>
        <a:bodyPr/>
        <a:lstStyle/>
        <a:p>
          <a:endParaRPr lang="en-US"/>
        </a:p>
      </dgm:t>
    </dgm:pt>
    <dgm:pt modelId="{517D741C-6D7F-46E5-8EC9-99C2AC2882BD}" type="sibTrans" cxnId="{86495313-10F2-48D5-81D4-BB032E2134DD}">
      <dgm:prSet/>
      <dgm:spPr/>
      <dgm:t>
        <a:bodyPr/>
        <a:lstStyle/>
        <a:p>
          <a:endParaRPr lang="en-US"/>
        </a:p>
      </dgm:t>
    </dgm:pt>
    <dgm:pt modelId="{5100C45D-4BFB-4BCA-A7A6-A9506B1C2505}" type="pres">
      <dgm:prSet presAssocID="{43F4A213-E8CF-4546-89A1-E508DF330DFA}" presName="root" presStyleCnt="0">
        <dgm:presLayoutVars>
          <dgm:dir/>
          <dgm:resizeHandles val="exact"/>
        </dgm:presLayoutVars>
      </dgm:prSet>
      <dgm:spPr/>
    </dgm:pt>
    <dgm:pt modelId="{62979ECB-F4B7-461C-BFCB-0635223CC72F}" type="pres">
      <dgm:prSet presAssocID="{43F4A213-E8CF-4546-89A1-E508DF330DFA}" presName="container" presStyleCnt="0">
        <dgm:presLayoutVars>
          <dgm:dir/>
          <dgm:resizeHandles val="exact"/>
        </dgm:presLayoutVars>
      </dgm:prSet>
      <dgm:spPr/>
    </dgm:pt>
    <dgm:pt modelId="{810A25B5-193E-465E-9974-15474024BADE}" type="pres">
      <dgm:prSet presAssocID="{63C5F4DC-E78F-49DC-8A48-34720A41BFA0}" presName="compNode" presStyleCnt="0"/>
      <dgm:spPr/>
    </dgm:pt>
    <dgm:pt modelId="{886EC089-0240-4B8E-B398-6E61B4864CA6}" type="pres">
      <dgm:prSet presAssocID="{63C5F4DC-E78F-49DC-8A48-34720A41BFA0}" presName="iconBgRect" presStyleLbl="bgShp" presStyleIdx="0" presStyleCnt="5"/>
      <dgm:spPr/>
    </dgm:pt>
    <dgm:pt modelId="{176DAFE0-37CB-49FF-83AC-003AE088C5EB}" type="pres">
      <dgm:prSet presAssocID="{63C5F4DC-E78F-49DC-8A48-34720A41BFA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BB4AC904-FB90-47D5-B861-EBC00044B52D}" type="pres">
      <dgm:prSet presAssocID="{63C5F4DC-E78F-49DC-8A48-34720A41BFA0}" presName="spaceRect" presStyleCnt="0"/>
      <dgm:spPr/>
    </dgm:pt>
    <dgm:pt modelId="{184290D8-7EEA-4EE9-AA9C-4DFD846869D8}" type="pres">
      <dgm:prSet presAssocID="{63C5F4DC-E78F-49DC-8A48-34720A41BFA0}" presName="textRect" presStyleLbl="revTx" presStyleIdx="0" presStyleCnt="5">
        <dgm:presLayoutVars>
          <dgm:chMax val="1"/>
          <dgm:chPref val="1"/>
        </dgm:presLayoutVars>
      </dgm:prSet>
      <dgm:spPr/>
    </dgm:pt>
    <dgm:pt modelId="{158004EE-A854-4DBC-87FC-0ED0780074FA}" type="pres">
      <dgm:prSet presAssocID="{105D4606-9326-4E49-AD4D-F437E2368808}" presName="sibTrans" presStyleLbl="sibTrans2D1" presStyleIdx="0" presStyleCnt="0"/>
      <dgm:spPr/>
    </dgm:pt>
    <dgm:pt modelId="{AF1B4B12-65A4-4E69-9097-E0C0A387784C}" type="pres">
      <dgm:prSet presAssocID="{DF75F63D-27DE-4627-816D-AEB3A7B21BD7}" presName="compNode" presStyleCnt="0"/>
      <dgm:spPr/>
    </dgm:pt>
    <dgm:pt modelId="{BFAB5073-953E-4353-873B-469788DB6269}" type="pres">
      <dgm:prSet presAssocID="{DF75F63D-27DE-4627-816D-AEB3A7B21BD7}" presName="iconBgRect" presStyleLbl="bgShp" presStyleIdx="1" presStyleCnt="5"/>
      <dgm:spPr/>
    </dgm:pt>
    <dgm:pt modelId="{88A8CA90-EE15-4FA1-938D-F992EA2BE4B9}" type="pres">
      <dgm:prSet presAssocID="{DF75F63D-27DE-4627-816D-AEB3A7B21BD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BE406FDE-096C-4F06-BDFE-A4CA2E805F77}" type="pres">
      <dgm:prSet presAssocID="{DF75F63D-27DE-4627-816D-AEB3A7B21BD7}" presName="spaceRect" presStyleCnt="0"/>
      <dgm:spPr/>
    </dgm:pt>
    <dgm:pt modelId="{72F86C0F-81B4-4D29-BBC7-3BFDFEA2BD5B}" type="pres">
      <dgm:prSet presAssocID="{DF75F63D-27DE-4627-816D-AEB3A7B21BD7}" presName="textRect" presStyleLbl="revTx" presStyleIdx="1" presStyleCnt="5">
        <dgm:presLayoutVars>
          <dgm:chMax val="1"/>
          <dgm:chPref val="1"/>
        </dgm:presLayoutVars>
      </dgm:prSet>
      <dgm:spPr/>
    </dgm:pt>
    <dgm:pt modelId="{33EAB50F-BA71-499F-9683-13E39B1BA944}" type="pres">
      <dgm:prSet presAssocID="{B1CC6F2E-7B38-4F03-88FB-B311D1C29D3A}" presName="sibTrans" presStyleLbl="sibTrans2D1" presStyleIdx="0" presStyleCnt="0"/>
      <dgm:spPr/>
    </dgm:pt>
    <dgm:pt modelId="{0E457C40-93E0-46CC-8E2E-D9D3D9AD6449}" type="pres">
      <dgm:prSet presAssocID="{C64E855C-ADFA-4E69-B2F5-8D7249EBF2B3}" presName="compNode" presStyleCnt="0"/>
      <dgm:spPr/>
    </dgm:pt>
    <dgm:pt modelId="{B6B11F58-ECAC-4CE0-88F5-66D87951FE73}" type="pres">
      <dgm:prSet presAssocID="{C64E855C-ADFA-4E69-B2F5-8D7249EBF2B3}" presName="iconBgRect" presStyleLbl="bgShp" presStyleIdx="2" presStyleCnt="5"/>
      <dgm:spPr/>
    </dgm:pt>
    <dgm:pt modelId="{FF7DFBE2-B5C4-4209-A2B0-E581C5FC09EF}" type="pres">
      <dgm:prSet presAssocID="{C64E855C-ADFA-4E69-B2F5-8D7249EBF2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ção"/>
        </a:ext>
      </dgm:extLst>
    </dgm:pt>
    <dgm:pt modelId="{844023EF-2854-4D05-9631-236EACD33389}" type="pres">
      <dgm:prSet presAssocID="{C64E855C-ADFA-4E69-B2F5-8D7249EBF2B3}" presName="spaceRect" presStyleCnt="0"/>
      <dgm:spPr/>
    </dgm:pt>
    <dgm:pt modelId="{2A243C58-CC08-4AC7-AB95-C57FE8CEF5C6}" type="pres">
      <dgm:prSet presAssocID="{C64E855C-ADFA-4E69-B2F5-8D7249EBF2B3}" presName="textRect" presStyleLbl="revTx" presStyleIdx="2" presStyleCnt="5">
        <dgm:presLayoutVars>
          <dgm:chMax val="1"/>
          <dgm:chPref val="1"/>
        </dgm:presLayoutVars>
      </dgm:prSet>
      <dgm:spPr/>
    </dgm:pt>
    <dgm:pt modelId="{3120ADE7-1848-419A-989C-40DB08802C2B}" type="pres">
      <dgm:prSet presAssocID="{6E9E8833-E6D9-4F0B-BE50-E1AEF47E8BBE}" presName="sibTrans" presStyleLbl="sibTrans2D1" presStyleIdx="0" presStyleCnt="0"/>
      <dgm:spPr/>
    </dgm:pt>
    <dgm:pt modelId="{2AC2CB27-EC62-4125-A255-2008F82D8343}" type="pres">
      <dgm:prSet presAssocID="{FEE58ADC-7E5B-4AD6-8D78-14BF77CCDF9B}" presName="compNode" presStyleCnt="0"/>
      <dgm:spPr/>
    </dgm:pt>
    <dgm:pt modelId="{4B1EE412-14CE-4775-B356-A9B35A6A85E9}" type="pres">
      <dgm:prSet presAssocID="{FEE58ADC-7E5B-4AD6-8D78-14BF77CCDF9B}" presName="iconBgRect" presStyleLbl="bgShp" presStyleIdx="3" presStyleCnt="5"/>
      <dgm:spPr/>
    </dgm:pt>
    <dgm:pt modelId="{5ED943DE-889B-4B33-80AC-0E4DF67A8EE0}" type="pres">
      <dgm:prSet presAssocID="{FEE58ADC-7E5B-4AD6-8D78-14BF77CCDF9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AED01464-653C-4D05-8DCA-FF751431FC96}" type="pres">
      <dgm:prSet presAssocID="{FEE58ADC-7E5B-4AD6-8D78-14BF77CCDF9B}" presName="spaceRect" presStyleCnt="0"/>
      <dgm:spPr/>
    </dgm:pt>
    <dgm:pt modelId="{72955D01-F6A0-4D39-9B79-C57683291834}" type="pres">
      <dgm:prSet presAssocID="{FEE58ADC-7E5B-4AD6-8D78-14BF77CCDF9B}" presName="textRect" presStyleLbl="revTx" presStyleIdx="3" presStyleCnt="5">
        <dgm:presLayoutVars>
          <dgm:chMax val="1"/>
          <dgm:chPref val="1"/>
        </dgm:presLayoutVars>
      </dgm:prSet>
      <dgm:spPr/>
    </dgm:pt>
    <dgm:pt modelId="{1AE39FC6-0393-432E-9452-E96D0AB72C8D}" type="pres">
      <dgm:prSet presAssocID="{330C3651-7612-4099-9608-B38522BE2C3D}" presName="sibTrans" presStyleLbl="sibTrans2D1" presStyleIdx="0" presStyleCnt="0"/>
      <dgm:spPr/>
    </dgm:pt>
    <dgm:pt modelId="{5E489B9B-E3A0-4E9F-85E5-3F9845011522}" type="pres">
      <dgm:prSet presAssocID="{BDDD6A32-7611-4739-B366-06C1F3AC84B6}" presName="compNode" presStyleCnt="0"/>
      <dgm:spPr/>
    </dgm:pt>
    <dgm:pt modelId="{A245D230-865B-4BDF-9DF3-358EFA2F6A96}" type="pres">
      <dgm:prSet presAssocID="{BDDD6A32-7611-4739-B366-06C1F3AC84B6}" presName="iconBgRect" presStyleLbl="bgShp" presStyleIdx="4" presStyleCnt="5"/>
      <dgm:spPr/>
    </dgm:pt>
    <dgm:pt modelId="{208BC673-350B-43DD-AFDE-6ADBAEBD2BC4}" type="pres">
      <dgm:prSet presAssocID="{BDDD6A32-7611-4739-B366-06C1F3AC84B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257700E8-721C-4DA6-B2A7-D281223362FA}" type="pres">
      <dgm:prSet presAssocID="{BDDD6A32-7611-4739-B366-06C1F3AC84B6}" presName="spaceRect" presStyleCnt="0"/>
      <dgm:spPr/>
    </dgm:pt>
    <dgm:pt modelId="{0B3E437C-9F75-4D54-98D4-CE08668E8964}" type="pres">
      <dgm:prSet presAssocID="{BDDD6A32-7611-4739-B366-06C1F3AC84B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6495313-10F2-48D5-81D4-BB032E2134DD}" srcId="{43F4A213-E8CF-4546-89A1-E508DF330DFA}" destId="{BDDD6A32-7611-4739-B366-06C1F3AC84B6}" srcOrd="4" destOrd="0" parTransId="{7A68B7BC-077E-4617-9F60-BA789E97403C}" sibTransId="{517D741C-6D7F-46E5-8EC9-99C2AC2882BD}"/>
    <dgm:cxn modelId="{7D251A1F-1275-41DF-AAE0-DDB56B3247D2}" srcId="{43F4A213-E8CF-4546-89A1-E508DF330DFA}" destId="{63C5F4DC-E78F-49DC-8A48-34720A41BFA0}" srcOrd="0" destOrd="0" parTransId="{C7EBC1AA-D4EA-4F22-A16E-4399D00F48A1}" sibTransId="{105D4606-9326-4E49-AD4D-F437E2368808}"/>
    <dgm:cxn modelId="{46A7B55D-11ED-48CD-A516-645600AE1ECD}" srcId="{43F4A213-E8CF-4546-89A1-E508DF330DFA}" destId="{DF75F63D-27DE-4627-816D-AEB3A7B21BD7}" srcOrd="1" destOrd="0" parTransId="{71D5C810-F662-4BE1-9600-1794A074EF37}" sibTransId="{B1CC6F2E-7B38-4F03-88FB-B311D1C29D3A}"/>
    <dgm:cxn modelId="{EB87E15E-AF59-4B19-BEBB-AAEC90A9CD43}" type="presOf" srcId="{FEE58ADC-7E5B-4AD6-8D78-14BF77CCDF9B}" destId="{72955D01-F6A0-4D39-9B79-C57683291834}" srcOrd="0" destOrd="0" presId="urn:microsoft.com/office/officeart/2018/2/layout/IconCircleList"/>
    <dgm:cxn modelId="{0E797460-939B-4116-A4C5-1689DA483FDD}" type="presOf" srcId="{C64E855C-ADFA-4E69-B2F5-8D7249EBF2B3}" destId="{2A243C58-CC08-4AC7-AB95-C57FE8CEF5C6}" srcOrd="0" destOrd="0" presId="urn:microsoft.com/office/officeart/2018/2/layout/IconCircleList"/>
    <dgm:cxn modelId="{64F95D68-45C1-46AB-9ADF-D289F36A772D}" srcId="{43F4A213-E8CF-4546-89A1-E508DF330DFA}" destId="{C64E855C-ADFA-4E69-B2F5-8D7249EBF2B3}" srcOrd="2" destOrd="0" parTransId="{4B680E08-2F15-486F-BAE3-00DF4B5B3C9F}" sibTransId="{6E9E8833-E6D9-4F0B-BE50-E1AEF47E8BBE}"/>
    <dgm:cxn modelId="{2C18494C-A321-4A26-993D-DF2BA5F89586}" type="presOf" srcId="{DF75F63D-27DE-4627-816D-AEB3A7B21BD7}" destId="{72F86C0F-81B4-4D29-BBC7-3BFDFEA2BD5B}" srcOrd="0" destOrd="0" presId="urn:microsoft.com/office/officeart/2018/2/layout/IconCircleList"/>
    <dgm:cxn modelId="{8393EA6F-6DEE-433B-9154-FFF075489587}" type="presOf" srcId="{6E9E8833-E6D9-4F0B-BE50-E1AEF47E8BBE}" destId="{3120ADE7-1848-419A-989C-40DB08802C2B}" srcOrd="0" destOrd="0" presId="urn:microsoft.com/office/officeart/2018/2/layout/IconCircleList"/>
    <dgm:cxn modelId="{0935C152-1DBE-42C6-AE8F-3C6B99A0723E}" type="presOf" srcId="{BDDD6A32-7611-4739-B366-06C1F3AC84B6}" destId="{0B3E437C-9F75-4D54-98D4-CE08668E8964}" srcOrd="0" destOrd="0" presId="urn:microsoft.com/office/officeart/2018/2/layout/IconCircleList"/>
    <dgm:cxn modelId="{EFA89A7D-43B3-4395-AD50-F44C15E0787F}" type="presOf" srcId="{63C5F4DC-E78F-49DC-8A48-34720A41BFA0}" destId="{184290D8-7EEA-4EE9-AA9C-4DFD846869D8}" srcOrd="0" destOrd="0" presId="urn:microsoft.com/office/officeart/2018/2/layout/IconCircleList"/>
    <dgm:cxn modelId="{33D12A83-5D9A-44AF-8F8E-BC01701199C0}" type="presOf" srcId="{330C3651-7612-4099-9608-B38522BE2C3D}" destId="{1AE39FC6-0393-432E-9452-E96D0AB72C8D}" srcOrd="0" destOrd="0" presId="urn:microsoft.com/office/officeart/2018/2/layout/IconCircleList"/>
    <dgm:cxn modelId="{97B14A92-8261-46D1-8BA9-A33E33EB97DE}" type="presOf" srcId="{B1CC6F2E-7B38-4F03-88FB-B311D1C29D3A}" destId="{33EAB50F-BA71-499F-9683-13E39B1BA944}" srcOrd="0" destOrd="0" presId="urn:microsoft.com/office/officeart/2018/2/layout/IconCircleList"/>
    <dgm:cxn modelId="{ED3B7C96-B986-4D11-8716-6F3632851116}" srcId="{43F4A213-E8CF-4546-89A1-E508DF330DFA}" destId="{FEE58ADC-7E5B-4AD6-8D78-14BF77CCDF9B}" srcOrd="3" destOrd="0" parTransId="{A3B16237-B117-4808-888E-FEBCB1C5C89C}" sibTransId="{330C3651-7612-4099-9608-B38522BE2C3D}"/>
    <dgm:cxn modelId="{31A906D1-40D1-4A23-9E1B-8EEBE37A456F}" type="presOf" srcId="{43F4A213-E8CF-4546-89A1-E508DF330DFA}" destId="{5100C45D-4BFB-4BCA-A7A6-A9506B1C2505}" srcOrd="0" destOrd="0" presId="urn:microsoft.com/office/officeart/2018/2/layout/IconCircleList"/>
    <dgm:cxn modelId="{E2EDD3F7-9AB7-4270-8143-027ADFB030C0}" type="presOf" srcId="{105D4606-9326-4E49-AD4D-F437E2368808}" destId="{158004EE-A854-4DBC-87FC-0ED0780074FA}" srcOrd="0" destOrd="0" presId="urn:microsoft.com/office/officeart/2018/2/layout/IconCircleList"/>
    <dgm:cxn modelId="{F258CF5A-0F42-4CA6-BE21-A404BFE3F6D9}" type="presParOf" srcId="{5100C45D-4BFB-4BCA-A7A6-A9506B1C2505}" destId="{62979ECB-F4B7-461C-BFCB-0635223CC72F}" srcOrd="0" destOrd="0" presId="urn:microsoft.com/office/officeart/2018/2/layout/IconCircleList"/>
    <dgm:cxn modelId="{4022C853-C40B-462D-96DB-F5EF3D4CE333}" type="presParOf" srcId="{62979ECB-F4B7-461C-BFCB-0635223CC72F}" destId="{810A25B5-193E-465E-9974-15474024BADE}" srcOrd="0" destOrd="0" presId="urn:microsoft.com/office/officeart/2018/2/layout/IconCircleList"/>
    <dgm:cxn modelId="{7D422DD4-BF19-4BEE-9201-FBB67FFC0F96}" type="presParOf" srcId="{810A25B5-193E-465E-9974-15474024BADE}" destId="{886EC089-0240-4B8E-B398-6E61B4864CA6}" srcOrd="0" destOrd="0" presId="urn:microsoft.com/office/officeart/2018/2/layout/IconCircleList"/>
    <dgm:cxn modelId="{A67C997C-5398-47C0-A9B6-DB3943443D14}" type="presParOf" srcId="{810A25B5-193E-465E-9974-15474024BADE}" destId="{176DAFE0-37CB-49FF-83AC-003AE088C5EB}" srcOrd="1" destOrd="0" presId="urn:microsoft.com/office/officeart/2018/2/layout/IconCircleList"/>
    <dgm:cxn modelId="{ADC4E7A5-F065-4E72-9267-DA45CDDF0368}" type="presParOf" srcId="{810A25B5-193E-465E-9974-15474024BADE}" destId="{BB4AC904-FB90-47D5-B861-EBC00044B52D}" srcOrd="2" destOrd="0" presId="urn:microsoft.com/office/officeart/2018/2/layout/IconCircleList"/>
    <dgm:cxn modelId="{3B43EB09-1005-4A76-AB58-131BDA30478A}" type="presParOf" srcId="{810A25B5-193E-465E-9974-15474024BADE}" destId="{184290D8-7EEA-4EE9-AA9C-4DFD846869D8}" srcOrd="3" destOrd="0" presId="urn:microsoft.com/office/officeart/2018/2/layout/IconCircleList"/>
    <dgm:cxn modelId="{FF875CB2-36F0-466F-A120-2B829915E472}" type="presParOf" srcId="{62979ECB-F4B7-461C-BFCB-0635223CC72F}" destId="{158004EE-A854-4DBC-87FC-0ED0780074FA}" srcOrd="1" destOrd="0" presId="urn:microsoft.com/office/officeart/2018/2/layout/IconCircleList"/>
    <dgm:cxn modelId="{F68C8609-9EDC-4C30-9B57-E57D48D2EA64}" type="presParOf" srcId="{62979ECB-F4B7-461C-BFCB-0635223CC72F}" destId="{AF1B4B12-65A4-4E69-9097-E0C0A387784C}" srcOrd="2" destOrd="0" presId="urn:microsoft.com/office/officeart/2018/2/layout/IconCircleList"/>
    <dgm:cxn modelId="{B25F11DC-EA91-4C5E-933E-22B9474B8603}" type="presParOf" srcId="{AF1B4B12-65A4-4E69-9097-E0C0A387784C}" destId="{BFAB5073-953E-4353-873B-469788DB6269}" srcOrd="0" destOrd="0" presId="urn:microsoft.com/office/officeart/2018/2/layout/IconCircleList"/>
    <dgm:cxn modelId="{334E154A-7A04-4BD2-BD3A-71561AB38ED7}" type="presParOf" srcId="{AF1B4B12-65A4-4E69-9097-E0C0A387784C}" destId="{88A8CA90-EE15-4FA1-938D-F992EA2BE4B9}" srcOrd="1" destOrd="0" presId="urn:microsoft.com/office/officeart/2018/2/layout/IconCircleList"/>
    <dgm:cxn modelId="{D25F9008-BD08-4CB4-9A27-07368077B3F6}" type="presParOf" srcId="{AF1B4B12-65A4-4E69-9097-E0C0A387784C}" destId="{BE406FDE-096C-4F06-BDFE-A4CA2E805F77}" srcOrd="2" destOrd="0" presId="urn:microsoft.com/office/officeart/2018/2/layout/IconCircleList"/>
    <dgm:cxn modelId="{49083938-8A49-4A6F-BB66-E760AFAC12A0}" type="presParOf" srcId="{AF1B4B12-65A4-4E69-9097-E0C0A387784C}" destId="{72F86C0F-81B4-4D29-BBC7-3BFDFEA2BD5B}" srcOrd="3" destOrd="0" presId="urn:microsoft.com/office/officeart/2018/2/layout/IconCircleList"/>
    <dgm:cxn modelId="{0267F782-3C38-43DE-833B-DDB4D206B092}" type="presParOf" srcId="{62979ECB-F4B7-461C-BFCB-0635223CC72F}" destId="{33EAB50F-BA71-499F-9683-13E39B1BA944}" srcOrd="3" destOrd="0" presId="urn:microsoft.com/office/officeart/2018/2/layout/IconCircleList"/>
    <dgm:cxn modelId="{69A141C7-3FD8-40D3-A7F0-C6F21CD777A0}" type="presParOf" srcId="{62979ECB-F4B7-461C-BFCB-0635223CC72F}" destId="{0E457C40-93E0-46CC-8E2E-D9D3D9AD6449}" srcOrd="4" destOrd="0" presId="urn:microsoft.com/office/officeart/2018/2/layout/IconCircleList"/>
    <dgm:cxn modelId="{A22ED851-CC6E-41EA-A839-0F419A9B0821}" type="presParOf" srcId="{0E457C40-93E0-46CC-8E2E-D9D3D9AD6449}" destId="{B6B11F58-ECAC-4CE0-88F5-66D87951FE73}" srcOrd="0" destOrd="0" presId="urn:microsoft.com/office/officeart/2018/2/layout/IconCircleList"/>
    <dgm:cxn modelId="{0E7C04CF-8D0F-4D43-9D74-F340564EFBC6}" type="presParOf" srcId="{0E457C40-93E0-46CC-8E2E-D9D3D9AD6449}" destId="{FF7DFBE2-B5C4-4209-A2B0-E581C5FC09EF}" srcOrd="1" destOrd="0" presId="urn:microsoft.com/office/officeart/2018/2/layout/IconCircleList"/>
    <dgm:cxn modelId="{E6470B24-6586-4C7D-B08F-B661AE31F6EE}" type="presParOf" srcId="{0E457C40-93E0-46CC-8E2E-D9D3D9AD6449}" destId="{844023EF-2854-4D05-9631-236EACD33389}" srcOrd="2" destOrd="0" presId="urn:microsoft.com/office/officeart/2018/2/layout/IconCircleList"/>
    <dgm:cxn modelId="{F2519140-A836-4BED-984B-0279740E3664}" type="presParOf" srcId="{0E457C40-93E0-46CC-8E2E-D9D3D9AD6449}" destId="{2A243C58-CC08-4AC7-AB95-C57FE8CEF5C6}" srcOrd="3" destOrd="0" presId="urn:microsoft.com/office/officeart/2018/2/layout/IconCircleList"/>
    <dgm:cxn modelId="{F8F8FA7B-880C-4130-ABF3-6526CA3F3549}" type="presParOf" srcId="{62979ECB-F4B7-461C-BFCB-0635223CC72F}" destId="{3120ADE7-1848-419A-989C-40DB08802C2B}" srcOrd="5" destOrd="0" presId="urn:microsoft.com/office/officeart/2018/2/layout/IconCircleList"/>
    <dgm:cxn modelId="{4D1FD7DF-02FA-4313-A234-337745351C60}" type="presParOf" srcId="{62979ECB-F4B7-461C-BFCB-0635223CC72F}" destId="{2AC2CB27-EC62-4125-A255-2008F82D8343}" srcOrd="6" destOrd="0" presId="urn:microsoft.com/office/officeart/2018/2/layout/IconCircleList"/>
    <dgm:cxn modelId="{6EA5EEA1-48E5-4803-ADC8-2711953AC9C1}" type="presParOf" srcId="{2AC2CB27-EC62-4125-A255-2008F82D8343}" destId="{4B1EE412-14CE-4775-B356-A9B35A6A85E9}" srcOrd="0" destOrd="0" presId="urn:microsoft.com/office/officeart/2018/2/layout/IconCircleList"/>
    <dgm:cxn modelId="{ACA9D455-6931-48BA-B4B6-95EDF6D7D2BC}" type="presParOf" srcId="{2AC2CB27-EC62-4125-A255-2008F82D8343}" destId="{5ED943DE-889B-4B33-80AC-0E4DF67A8EE0}" srcOrd="1" destOrd="0" presId="urn:microsoft.com/office/officeart/2018/2/layout/IconCircleList"/>
    <dgm:cxn modelId="{F4C2CDDF-0DBF-4D8E-A47A-5B115022ADBD}" type="presParOf" srcId="{2AC2CB27-EC62-4125-A255-2008F82D8343}" destId="{AED01464-653C-4D05-8DCA-FF751431FC96}" srcOrd="2" destOrd="0" presId="urn:microsoft.com/office/officeart/2018/2/layout/IconCircleList"/>
    <dgm:cxn modelId="{12A5E256-BE76-4C3B-8B9D-48B7BE06A664}" type="presParOf" srcId="{2AC2CB27-EC62-4125-A255-2008F82D8343}" destId="{72955D01-F6A0-4D39-9B79-C57683291834}" srcOrd="3" destOrd="0" presId="urn:microsoft.com/office/officeart/2018/2/layout/IconCircleList"/>
    <dgm:cxn modelId="{6FDFAC60-099C-4EEA-93A7-DD44B545DD1D}" type="presParOf" srcId="{62979ECB-F4B7-461C-BFCB-0635223CC72F}" destId="{1AE39FC6-0393-432E-9452-E96D0AB72C8D}" srcOrd="7" destOrd="0" presId="urn:microsoft.com/office/officeart/2018/2/layout/IconCircleList"/>
    <dgm:cxn modelId="{E8B5B4A4-09E7-4ABE-A368-7934995DF4F7}" type="presParOf" srcId="{62979ECB-F4B7-461C-BFCB-0635223CC72F}" destId="{5E489B9B-E3A0-4E9F-85E5-3F9845011522}" srcOrd="8" destOrd="0" presId="urn:microsoft.com/office/officeart/2018/2/layout/IconCircleList"/>
    <dgm:cxn modelId="{65726E93-9EE1-4431-A28C-A730518F9ABA}" type="presParOf" srcId="{5E489B9B-E3A0-4E9F-85E5-3F9845011522}" destId="{A245D230-865B-4BDF-9DF3-358EFA2F6A96}" srcOrd="0" destOrd="0" presId="urn:microsoft.com/office/officeart/2018/2/layout/IconCircleList"/>
    <dgm:cxn modelId="{7A4B43E2-CEE3-4FA3-9F78-223E78042C98}" type="presParOf" srcId="{5E489B9B-E3A0-4E9F-85E5-3F9845011522}" destId="{208BC673-350B-43DD-AFDE-6ADBAEBD2BC4}" srcOrd="1" destOrd="0" presId="urn:microsoft.com/office/officeart/2018/2/layout/IconCircleList"/>
    <dgm:cxn modelId="{BCA06F2A-89FA-4EA2-9613-FD4D86BD5BDD}" type="presParOf" srcId="{5E489B9B-E3A0-4E9F-85E5-3F9845011522}" destId="{257700E8-721C-4DA6-B2A7-D281223362FA}" srcOrd="2" destOrd="0" presId="urn:microsoft.com/office/officeart/2018/2/layout/IconCircleList"/>
    <dgm:cxn modelId="{75F67C84-7AEE-4B2D-A2FB-10B4A1915412}" type="presParOf" srcId="{5E489B9B-E3A0-4E9F-85E5-3F9845011522}" destId="{0B3E437C-9F75-4D54-98D4-CE08668E896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5A091-9512-4294-A7F1-54E3B8C5970D}">
      <dsp:nvSpPr>
        <dsp:cNvPr id="0" name=""/>
        <dsp:cNvSpPr/>
      </dsp:nvSpPr>
      <dsp:spPr>
        <a:xfrm>
          <a:off x="0" y="1567"/>
          <a:ext cx="8915400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11847-D7A6-4F8B-B298-D7DF620B6952}">
      <dsp:nvSpPr>
        <dsp:cNvPr id="0" name=""/>
        <dsp:cNvSpPr/>
      </dsp:nvSpPr>
      <dsp:spPr>
        <a:xfrm>
          <a:off x="240375" y="180359"/>
          <a:ext cx="437045" cy="4370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69531-2705-455D-A9F3-D18F77BDBC8D}">
      <dsp:nvSpPr>
        <dsp:cNvPr id="0" name=""/>
        <dsp:cNvSpPr/>
      </dsp:nvSpPr>
      <dsp:spPr>
        <a:xfrm>
          <a:off x="917796" y="1567"/>
          <a:ext cx="7997603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b="1" kern="1200"/>
            <a:t>Sales Cloud</a:t>
          </a:r>
          <a:r>
            <a:rPr lang="pt-PT" sz="1900" kern="1200"/>
            <a:t>: Otimiza o ciclo de vendas, desde a prospeção até ao fecho de negócios.</a:t>
          </a:r>
          <a:endParaRPr lang="en-US" sz="1900" kern="1200"/>
        </a:p>
      </dsp:txBody>
      <dsp:txXfrm>
        <a:off x="917796" y="1567"/>
        <a:ext cx="7997603" cy="794628"/>
      </dsp:txXfrm>
    </dsp:sp>
    <dsp:sp modelId="{BBAA4D1A-EC45-4E37-9B04-E09D74E5B3D7}">
      <dsp:nvSpPr>
        <dsp:cNvPr id="0" name=""/>
        <dsp:cNvSpPr/>
      </dsp:nvSpPr>
      <dsp:spPr>
        <a:xfrm>
          <a:off x="0" y="994853"/>
          <a:ext cx="8915400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5C721-A8C6-4093-A4D5-848209B6CECE}">
      <dsp:nvSpPr>
        <dsp:cNvPr id="0" name=""/>
        <dsp:cNvSpPr/>
      </dsp:nvSpPr>
      <dsp:spPr>
        <a:xfrm>
          <a:off x="240375" y="1173645"/>
          <a:ext cx="437045" cy="4370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6E5BC-C603-4E08-AD28-34C33DEFACEE}">
      <dsp:nvSpPr>
        <dsp:cNvPr id="0" name=""/>
        <dsp:cNvSpPr/>
      </dsp:nvSpPr>
      <dsp:spPr>
        <a:xfrm>
          <a:off x="917796" y="994853"/>
          <a:ext cx="7997603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b="1" kern="1200"/>
            <a:t>Service Cloud</a:t>
          </a:r>
          <a:r>
            <a:rPr lang="pt-PT" sz="1900" kern="1200"/>
            <a:t>: Oferece atendimento ao cliente excecional, com recursos como gestão de casos, chat ao vivo e autoatendimento.</a:t>
          </a:r>
          <a:endParaRPr lang="en-US" sz="1900" kern="1200"/>
        </a:p>
      </dsp:txBody>
      <dsp:txXfrm>
        <a:off x="917796" y="994853"/>
        <a:ext cx="7997603" cy="794628"/>
      </dsp:txXfrm>
    </dsp:sp>
    <dsp:sp modelId="{AE45A300-55F9-4705-981D-C4D1EF0272A7}">
      <dsp:nvSpPr>
        <dsp:cNvPr id="0" name=""/>
        <dsp:cNvSpPr/>
      </dsp:nvSpPr>
      <dsp:spPr>
        <a:xfrm>
          <a:off x="0" y="1988139"/>
          <a:ext cx="8915400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8808D-23AC-4FFF-B736-225639217EA8}">
      <dsp:nvSpPr>
        <dsp:cNvPr id="0" name=""/>
        <dsp:cNvSpPr/>
      </dsp:nvSpPr>
      <dsp:spPr>
        <a:xfrm>
          <a:off x="240375" y="2166931"/>
          <a:ext cx="437045" cy="4370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26A16-5899-4783-B5BD-774D8C3E261D}">
      <dsp:nvSpPr>
        <dsp:cNvPr id="0" name=""/>
        <dsp:cNvSpPr/>
      </dsp:nvSpPr>
      <dsp:spPr>
        <a:xfrm>
          <a:off x="917796" y="1988139"/>
          <a:ext cx="7997603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b="1" kern="1200"/>
            <a:t>Marketing Cloud</a:t>
          </a:r>
          <a:r>
            <a:rPr lang="pt-PT" sz="1900" kern="1200"/>
            <a:t>: Cria e executa campanhas de marketing personalizadas em diversos canais.</a:t>
          </a:r>
          <a:endParaRPr lang="en-US" sz="1900" kern="1200"/>
        </a:p>
      </dsp:txBody>
      <dsp:txXfrm>
        <a:off x="917796" y="1988139"/>
        <a:ext cx="7997603" cy="794628"/>
      </dsp:txXfrm>
    </dsp:sp>
    <dsp:sp modelId="{AC5193B6-E92F-4DA5-B9F0-26671BC039CB}">
      <dsp:nvSpPr>
        <dsp:cNvPr id="0" name=""/>
        <dsp:cNvSpPr/>
      </dsp:nvSpPr>
      <dsp:spPr>
        <a:xfrm>
          <a:off x="0" y="2981425"/>
          <a:ext cx="8915400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C4013-CC83-4536-BBD7-CFB4A68F91A8}">
      <dsp:nvSpPr>
        <dsp:cNvPr id="0" name=""/>
        <dsp:cNvSpPr/>
      </dsp:nvSpPr>
      <dsp:spPr>
        <a:xfrm>
          <a:off x="240375" y="3160216"/>
          <a:ext cx="437045" cy="4370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68CC0-CD6D-48C5-8B97-CBC3DB5FD686}">
      <dsp:nvSpPr>
        <dsp:cNvPr id="0" name=""/>
        <dsp:cNvSpPr/>
      </dsp:nvSpPr>
      <dsp:spPr>
        <a:xfrm>
          <a:off x="917796" y="2981425"/>
          <a:ext cx="7997603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b="1" kern="1200"/>
            <a:t>AppExchange</a:t>
          </a:r>
          <a:r>
            <a:rPr lang="pt-PT" sz="1900" kern="1200"/>
            <a:t>: Marketplace com aplicações e extensões para personalizar a plataforma.</a:t>
          </a:r>
          <a:endParaRPr lang="en-US" sz="1900" kern="1200"/>
        </a:p>
      </dsp:txBody>
      <dsp:txXfrm>
        <a:off x="917796" y="2981425"/>
        <a:ext cx="7997603" cy="7946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EC089-0240-4B8E-B398-6E61B4864CA6}">
      <dsp:nvSpPr>
        <dsp:cNvPr id="0" name=""/>
        <dsp:cNvSpPr/>
      </dsp:nvSpPr>
      <dsp:spPr>
        <a:xfrm>
          <a:off x="1503765" y="73421"/>
          <a:ext cx="782129" cy="7821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DAFE0-37CB-49FF-83AC-003AE088C5EB}">
      <dsp:nvSpPr>
        <dsp:cNvPr id="0" name=""/>
        <dsp:cNvSpPr/>
      </dsp:nvSpPr>
      <dsp:spPr>
        <a:xfrm>
          <a:off x="1668012" y="237668"/>
          <a:ext cx="453634" cy="4536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290D8-7EEA-4EE9-AA9C-4DFD846869D8}">
      <dsp:nvSpPr>
        <dsp:cNvPr id="0" name=""/>
        <dsp:cNvSpPr/>
      </dsp:nvSpPr>
      <dsp:spPr>
        <a:xfrm>
          <a:off x="2453493" y="73421"/>
          <a:ext cx="1843590" cy="782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Melhor organização e controlo</a:t>
          </a:r>
          <a:endParaRPr lang="en-US" sz="1600" kern="1200"/>
        </a:p>
      </dsp:txBody>
      <dsp:txXfrm>
        <a:off x="2453493" y="73421"/>
        <a:ext cx="1843590" cy="782129"/>
      </dsp:txXfrm>
    </dsp:sp>
    <dsp:sp modelId="{BFAB5073-953E-4353-873B-469788DB6269}">
      <dsp:nvSpPr>
        <dsp:cNvPr id="0" name=""/>
        <dsp:cNvSpPr/>
      </dsp:nvSpPr>
      <dsp:spPr>
        <a:xfrm>
          <a:off x="4618315" y="73421"/>
          <a:ext cx="782129" cy="7821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A8CA90-EE15-4FA1-938D-F992EA2BE4B9}">
      <dsp:nvSpPr>
        <dsp:cNvPr id="0" name=""/>
        <dsp:cNvSpPr/>
      </dsp:nvSpPr>
      <dsp:spPr>
        <a:xfrm>
          <a:off x="4782562" y="237668"/>
          <a:ext cx="453634" cy="4536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86C0F-81B4-4D29-BBC7-3BFDFEA2BD5B}">
      <dsp:nvSpPr>
        <dsp:cNvPr id="0" name=""/>
        <dsp:cNvSpPr/>
      </dsp:nvSpPr>
      <dsp:spPr>
        <a:xfrm>
          <a:off x="5568044" y="73421"/>
          <a:ext cx="1843590" cy="782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Redução de tempo em tarefas administrativas</a:t>
          </a:r>
          <a:endParaRPr lang="en-US" sz="1600" kern="1200"/>
        </a:p>
      </dsp:txBody>
      <dsp:txXfrm>
        <a:off x="5568044" y="73421"/>
        <a:ext cx="1843590" cy="782129"/>
      </dsp:txXfrm>
    </dsp:sp>
    <dsp:sp modelId="{B6B11F58-ECAC-4CE0-88F5-66D87951FE73}">
      <dsp:nvSpPr>
        <dsp:cNvPr id="0" name=""/>
        <dsp:cNvSpPr/>
      </dsp:nvSpPr>
      <dsp:spPr>
        <a:xfrm>
          <a:off x="1503765" y="1497746"/>
          <a:ext cx="782129" cy="7821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DFBE2-B5C4-4209-A2B0-E581C5FC09EF}">
      <dsp:nvSpPr>
        <dsp:cNvPr id="0" name=""/>
        <dsp:cNvSpPr/>
      </dsp:nvSpPr>
      <dsp:spPr>
        <a:xfrm>
          <a:off x="1668012" y="1661993"/>
          <a:ext cx="453634" cy="4536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43C58-CC08-4AC7-AB95-C57FE8CEF5C6}">
      <dsp:nvSpPr>
        <dsp:cNvPr id="0" name=""/>
        <dsp:cNvSpPr/>
      </dsp:nvSpPr>
      <dsp:spPr>
        <a:xfrm>
          <a:off x="2453493" y="1497746"/>
          <a:ext cx="1843590" cy="782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Acesso rápido à informação</a:t>
          </a:r>
          <a:endParaRPr lang="en-US" sz="1600" kern="1200"/>
        </a:p>
      </dsp:txBody>
      <dsp:txXfrm>
        <a:off x="2453493" y="1497746"/>
        <a:ext cx="1843590" cy="782129"/>
      </dsp:txXfrm>
    </dsp:sp>
    <dsp:sp modelId="{4B1EE412-14CE-4775-B356-A9B35A6A85E9}">
      <dsp:nvSpPr>
        <dsp:cNvPr id="0" name=""/>
        <dsp:cNvSpPr/>
      </dsp:nvSpPr>
      <dsp:spPr>
        <a:xfrm>
          <a:off x="4618315" y="1497746"/>
          <a:ext cx="782129" cy="7821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943DE-889B-4B33-80AC-0E4DF67A8EE0}">
      <dsp:nvSpPr>
        <dsp:cNvPr id="0" name=""/>
        <dsp:cNvSpPr/>
      </dsp:nvSpPr>
      <dsp:spPr>
        <a:xfrm>
          <a:off x="4782562" y="1661993"/>
          <a:ext cx="453634" cy="4536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55D01-F6A0-4D39-9B79-C57683291834}">
      <dsp:nvSpPr>
        <dsp:cNvPr id="0" name=""/>
        <dsp:cNvSpPr/>
      </dsp:nvSpPr>
      <dsp:spPr>
        <a:xfrm>
          <a:off x="5568044" y="1497746"/>
          <a:ext cx="1843590" cy="782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Otimização da gestão de serviços</a:t>
          </a:r>
          <a:endParaRPr lang="en-US" sz="1600" kern="1200"/>
        </a:p>
      </dsp:txBody>
      <dsp:txXfrm>
        <a:off x="5568044" y="1497746"/>
        <a:ext cx="1843590" cy="782129"/>
      </dsp:txXfrm>
    </dsp:sp>
    <dsp:sp modelId="{A245D230-865B-4BDF-9DF3-358EFA2F6A96}">
      <dsp:nvSpPr>
        <dsp:cNvPr id="0" name=""/>
        <dsp:cNvSpPr/>
      </dsp:nvSpPr>
      <dsp:spPr>
        <a:xfrm>
          <a:off x="1503765" y="2922071"/>
          <a:ext cx="782129" cy="7821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8BC673-350B-43DD-AFDE-6ADBAEBD2BC4}">
      <dsp:nvSpPr>
        <dsp:cNvPr id="0" name=""/>
        <dsp:cNvSpPr/>
      </dsp:nvSpPr>
      <dsp:spPr>
        <a:xfrm>
          <a:off x="1668012" y="3086318"/>
          <a:ext cx="453634" cy="4536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E437C-9F75-4D54-98D4-CE08668E8964}">
      <dsp:nvSpPr>
        <dsp:cNvPr id="0" name=""/>
        <dsp:cNvSpPr/>
      </dsp:nvSpPr>
      <dsp:spPr>
        <a:xfrm>
          <a:off x="2453493" y="2922071"/>
          <a:ext cx="1843590" cy="782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/>
            <a:t>Evitar perda de informação</a:t>
          </a:r>
          <a:endParaRPr lang="en-US" sz="1600" kern="1200" dirty="0"/>
        </a:p>
      </dsp:txBody>
      <dsp:txXfrm>
        <a:off x="2453493" y="2922071"/>
        <a:ext cx="1843590" cy="7821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6ADF6866-4041-1900-58FF-DB0E622F19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D9B675C-3806-FE3E-A6B0-DF8B205857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0EBCE-F2AA-4A08-AE7B-E17B259A44E2}" type="datetime1">
              <a:rPr lang="pt-PT" smtClean="0"/>
              <a:t>04/06/2024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DA7A98E-07F2-0065-DFD3-8413A8CF0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0F41A1E-460C-7BCF-3F49-EA1FB4E973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92D85-D014-48EC-8607-CDF318E4C9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07120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49F11-6A58-4FD8-86CD-979B5B8DCC7B}" type="datetime1">
              <a:rPr lang="pt-PT" smtClean="0"/>
              <a:t>04/06/2024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D4FDB-1FFC-41C2-AEC1-40155B9AA3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33812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27C2D-85C3-46DB-9109-34AB2E4A6BC6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143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C90D-4CE8-4076-B13A-AFC392AA98E7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203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6FB1-CA36-4F2F-9C27-8FEADD1D6D14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9095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027E3-F5A8-4F13-A8D9-EF8DD348C3FA}" type="datetime1">
              <a:rPr lang="pt-PT" smtClean="0"/>
              <a:t>04/06/2024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0795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53FE-B7EC-4F56-99D8-4EA35C40D405}" type="datetime1">
              <a:rPr lang="pt-PT" smtClean="0"/>
              <a:t>04/06/2024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970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44F7-C523-4CCC-87AA-25DD2324C35A}" type="datetime1">
              <a:rPr lang="pt-PT" smtClean="0"/>
              <a:t>04/06/2024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69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03B-2870-4352-99D3-CE0C677247FC}" type="datetime1">
              <a:rPr lang="pt-PT" smtClean="0"/>
              <a:t>04/06/2024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086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F96-4B31-4F1C-8EB2-C4D0F5AFDC1C}" type="datetime1">
              <a:rPr lang="pt-PT" smtClean="0"/>
              <a:t>04/06/2024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478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5D81-F55F-4EFE-B297-37650BF2ED83}" type="datetime1">
              <a:rPr lang="pt-PT" smtClean="0"/>
              <a:t>04/06/2024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390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1AA1-B274-4633-9F83-83BDE609EF95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116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FA54-73B7-41AC-B4E0-C2861E7AE78B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8734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86BD-5FEC-4480-A92B-FCCDE26470D9}" type="datetime1">
              <a:rPr lang="pt-PT" smtClean="0"/>
              <a:t>04/06/2024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709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DE30B-0C8F-425C-9822-90872D014447}" type="datetime1">
              <a:rPr lang="pt-PT" smtClean="0"/>
              <a:t>04/06/2024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3598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5BEF-05AC-402B-AACF-D3F934E0C324}" type="datetime1">
              <a:rPr lang="pt-PT" smtClean="0"/>
              <a:t>04/06/2024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6543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54D3C-DE53-4B90-BD64-EAC614B68054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473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A709A-D4E2-46C3-A22F-68AF1CF2D996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442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62349-2157-499C-84CE-C02E5D114AD8}" type="datetime1">
              <a:rPr lang="pt-PT" smtClean="0"/>
              <a:t>04/06/2024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405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  <p:sldLayoutId id="2147484085" r:id="rId12"/>
    <p:sldLayoutId id="2147484086" r:id="rId13"/>
    <p:sldLayoutId id="2147484087" r:id="rId14"/>
    <p:sldLayoutId id="2147484088" r:id="rId15"/>
    <p:sldLayoutId id="214748408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8B617-4A80-EDE6-8A8C-95C0773A8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4717" y="2986004"/>
            <a:ext cx="8915399" cy="2546163"/>
          </a:xfrm>
        </p:spPr>
        <p:txBody>
          <a:bodyPr>
            <a:normAutofit fontScale="90000"/>
          </a:bodyPr>
          <a:lstStyle/>
          <a:p>
            <a:pPr algn="ctr"/>
            <a:br>
              <a:rPr lang="pt-PT" dirty="0"/>
            </a:br>
            <a:br>
              <a:rPr lang="pt-PT" dirty="0"/>
            </a:br>
            <a:r>
              <a:rPr lang="pt-PT" sz="3100" dirty="0"/>
              <a:t>Sistemas de Informação 1 – 2023/2024</a:t>
            </a:r>
            <a:br>
              <a:rPr lang="pt-PT" sz="3100" dirty="0"/>
            </a:br>
            <a:r>
              <a:rPr lang="pt-PT" sz="3100" dirty="0"/>
              <a:t>Licenciatura em Engenharia Informática</a:t>
            </a:r>
            <a:br>
              <a:rPr lang="pt-PT" sz="3100" dirty="0"/>
            </a:br>
            <a:r>
              <a:rPr lang="pt-PT" sz="3100" dirty="0"/>
              <a:t>Grupo 4 (Sérgio Tiago Martins - Instalações Técnicas, </a:t>
            </a:r>
            <a:r>
              <a:rPr lang="pt-PT" sz="3100" dirty="0" err="1"/>
              <a:t>Lda</a:t>
            </a:r>
            <a:r>
              <a:rPr lang="pt-PT" sz="3100" dirty="0"/>
              <a:t>)</a:t>
            </a:r>
            <a:br>
              <a:rPr lang="pt-PT" dirty="0"/>
            </a:b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3D6604-E51D-589A-67AD-945C2937D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032" y="5207725"/>
            <a:ext cx="10748768" cy="1580698"/>
          </a:xfrm>
        </p:spPr>
        <p:txBody>
          <a:bodyPr>
            <a:normAutofit/>
          </a:bodyPr>
          <a:lstStyle/>
          <a:p>
            <a:pPr algn="ctr"/>
            <a:r>
              <a:rPr lang="pt-PT" sz="1600" dirty="0"/>
              <a:t>Bruno Martins / 2022147149</a:t>
            </a:r>
          </a:p>
          <a:p>
            <a:pPr algn="ctr"/>
            <a:r>
              <a:rPr lang="pt-PT" sz="1600" dirty="0"/>
              <a:t>João Rosa / 2022131973</a:t>
            </a:r>
          </a:p>
          <a:p>
            <a:pPr algn="ctr"/>
            <a:r>
              <a:rPr lang="pt-PT" sz="1600" dirty="0"/>
              <a:t>Daniel Henriques / 2018020503</a:t>
            </a:r>
          </a:p>
          <a:p>
            <a:pPr algn="ctr"/>
            <a:r>
              <a:rPr lang="pt-PT" sz="1600" dirty="0" err="1"/>
              <a:t>Yan</a:t>
            </a:r>
            <a:r>
              <a:rPr lang="pt-PT" sz="1600" dirty="0"/>
              <a:t> </a:t>
            </a:r>
            <a:r>
              <a:rPr lang="pt-PT" sz="1600" dirty="0" err="1"/>
              <a:t>Nacamae</a:t>
            </a:r>
            <a:r>
              <a:rPr lang="pt-PT" sz="1600" dirty="0"/>
              <a:t> / 2021145876</a:t>
            </a:r>
          </a:p>
          <a:p>
            <a:endParaRPr lang="pt-PT" dirty="0"/>
          </a:p>
        </p:txBody>
      </p:sp>
      <p:pic>
        <p:nvPicPr>
          <p:cNvPr id="6" name="Imagem 5" descr="Uma imagem com texto, Tipo de letra, Gráficos, design gráfico&#10;&#10;Descrição gerada automaticamente">
            <a:extLst>
              <a:ext uri="{FF2B5EF4-FFF2-40B4-BE49-F238E27FC236}">
                <a16:creationId xmlns:a16="http://schemas.microsoft.com/office/drawing/2014/main" id="{0F80C78F-E9F5-B8F6-7809-197F2921B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609" y="859926"/>
            <a:ext cx="7677240" cy="1795562"/>
          </a:xfrm>
          <a:prstGeom prst="rect">
            <a:avLst/>
          </a:prstGeom>
        </p:spPr>
      </p:pic>
      <p:pic>
        <p:nvPicPr>
          <p:cNvPr id="7" name="Imagem 6" descr="Uma imagem com texto, Tipo de letra, Gráficos, captura de ecrã&#10;&#10;Descrição gerada automaticamente">
            <a:extLst>
              <a:ext uri="{FF2B5EF4-FFF2-40B4-BE49-F238E27FC236}">
                <a16:creationId xmlns:a16="http://schemas.microsoft.com/office/drawing/2014/main" id="{E424B1E0-DF9F-709B-0DCC-B224F666F9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841" y="200094"/>
            <a:ext cx="1131639" cy="773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719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B986A-0081-4D59-E397-C46B18F4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INDICE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494A0F-1FA9-099D-5784-78D8FA3B3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056" y="2133600"/>
            <a:ext cx="9913556" cy="3777622"/>
          </a:xfrm>
        </p:spPr>
        <p:txBody>
          <a:bodyPr>
            <a:normAutofit/>
          </a:bodyPr>
          <a:lstStyle/>
          <a:p>
            <a:r>
              <a:rPr lang="fr-FR" dirty="0"/>
              <a:t>1. O que é um CRM?                                                       			  3</a:t>
            </a:r>
          </a:p>
          <a:p>
            <a:r>
              <a:rPr lang="pt-PT" dirty="0"/>
              <a:t>2. </a:t>
            </a:r>
            <a:r>
              <a:rPr lang="pt-PT" dirty="0" err="1"/>
              <a:t>Salesforce</a:t>
            </a:r>
            <a:r>
              <a:rPr lang="pt-PT" dirty="0"/>
              <a:t>					                                                            4</a:t>
            </a:r>
          </a:p>
          <a:p>
            <a:pPr lvl="1"/>
            <a:r>
              <a:rPr lang="pt-PT" dirty="0"/>
              <a:t>2.1. Principais Módulos do </a:t>
            </a:r>
            <a:r>
              <a:rPr lang="pt-PT" dirty="0" err="1"/>
              <a:t>Salesforce</a:t>
            </a:r>
            <a:r>
              <a:rPr lang="pt-PT" dirty="0"/>
              <a:t>                                                        5</a:t>
            </a:r>
          </a:p>
          <a:p>
            <a:pPr lvl="1"/>
            <a:r>
              <a:rPr lang="pt-PT" dirty="0"/>
              <a:t>2.2 </a:t>
            </a:r>
            <a:r>
              <a:rPr lang="pt-PT" dirty="0" err="1"/>
              <a:t>Salesforce</a:t>
            </a:r>
            <a:r>
              <a:rPr lang="pt-PT" dirty="0"/>
              <a:t> na Web: Vantagens e Desvantagens                              6</a:t>
            </a:r>
          </a:p>
          <a:p>
            <a:r>
              <a:rPr lang="pt-PT" dirty="0"/>
              <a:t>3. Implementação de um módulo em </a:t>
            </a:r>
            <a:r>
              <a:rPr lang="pt-PT" dirty="0" err="1"/>
              <a:t>Salesforce</a:t>
            </a:r>
            <a:r>
              <a:rPr lang="pt-PT" dirty="0"/>
              <a:t>				  7</a:t>
            </a:r>
          </a:p>
          <a:p>
            <a:pPr lvl="1"/>
            <a:r>
              <a:rPr lang="pt-PT" dirty="0"/>
              <a:t>3.1. Objetivo do módulo                                                                              8</a:t>
            </a:r>
          </a:p>
          <a:p>
            <a:pPr lvl="1"/>
            <a:r>
              <a:rPr lang="pt-PT" dirty="0"/>
              <a:t>3.2. Funcionalidades do Módulo                                                                9</a:t>
            </a:r>
          </a:p>
          <a:p>
            <a:pPr lvl="1"/>
            <a:r>
              <a:rPr lang="pt-PT" dirty="0"/>
              <a:t>3.3. Benefícios da implementação                                                            10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0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34DC438-3EBA-EA20-F1E1-71B09072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520" y="624110"/>
            <a:ext cx="6845092" cy="1280890"/>
          </a:xfrm>
        </p:spPr>
        <p:txBody>
          <a:bodyPr>
            <a:normAutofit/>
          </a:bodyPr>
          <a:lstStyle/>
          <a:p>
            <a:r>
              <a:rPr lang="pt-PT" b="1" dirty="0"/>
              <a:t>1. O que é um CRM?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108" name="Picture 4" descr="Uma imagem com pessoa, vestuário, fato, Telemóvel&#10;&#10;Descrição gerada automaticamente">
            <a:extLst>
              <a:ext uri="{FF2B5EF4-FFF2-40B4-BE49-F238E27FC236}">
                <a16:creationId xmlns:a16="http://schemas.microsoft.com/office/drawing/2014/main" id="{D14C2D6F-006E-937E-13AF-8CF655597A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4" r="49822"/>
          <a:stretch/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109" name="Marcador de Posição de Conteúdo 2">
            <a:extLst>
              <a:ext uri="{FF2B5EF4-FFF2-40B4-BE49-F238E27FC236}">
                <a16:creationId xmlns:a16="http://schemas.microsoft.com/office/drawing/2014/main" id="{032E08EF-53A3-24BC-8F7D-2E0ADD09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321" y="1827017"/>
            <a:ext cx="7661385" cy="4561226"/>
          </a:xfrm>
        </p:spPr>
        <p:txBody>
          <a:bodyPr>
            <a:normAutofit fontScale="92500"/>
          </a:bodyPr>
          <a:lstStyle/>
          <a:p>
            <a:r>
              <a:rPr lang="pt-PT" sz="2000" b="1" dirty="0"/>
              <a:t>Definição</a:t>
            </a:r>
            <a:r>
              <a:rPr lang="pt-PT" sz="2000" dirty="0"/>
              <a:t>: Ferramenta estratégica para integrar e otimizar processos de negócios relacionados com os clientes.</a:t>
            </a:r>
          </a:p>
          <a:p>
            <a:r>
              <a:rPr lang="pt-PT" sz="2000" b="1" dirty="0"/>
              <a:t>Objetivo</a:t>
            </a:r>
            <a:r>
              <a:rPr lang="pt-PT" sz="2000" dirty="0"/>
              <a:t>: Proporcionar uma visão 360º do cliente para personalizar interações e oferecer produtos/serviços relevantes.</a:t>
            </a:r>
          </a:p>
          <a:p>
            <a:r>
              <a:rPr lang="pt-PT" sz="2000" b="1" dirty="0"/>
              <a:t>Benefícios</a:t>
            </a:r>
            <a:r>
              <a:rPr lang="pt-PT" sz="2000" dirty="0"/>
              <a:t>:</a:t>
            </a:r>
          </a:p>
          <a:p>
            <a:pPr lvl="1"/>
            <a:r>
              <a:rPr lang="pt-PT" sz="2000" dirty="0"/>
              <a:t>Melhora o direcionamento de campanhas de marketing.</a:t>
            </a:r>
          </a:p>
          <a:p>
            <a:pPr lvl="1"/>
            <a:r>
              <a:rPr lang="pt-PT" sz="2000" dirty="0"/>
              <a:t>Torna o suporte ao cliente mais proativo.</a:t>
            </a:r>
          </a:p>
          <a:p>
            <a:pPr lvl="1"/>
            <a:r>
              <a:rPr lang="pt-PT" sz="2000" dirty="0"/>
              <a:t>Auxilia as equipas de vendas a identificar oportunidades.</a:t>
            </a:r>
          </a:p>
          <a:p>
            <a:pPr lvl="1"/>
            <a:r>
              <a:rPr lang="pt-PT" sz="2000" dirty="0"/>
              <a:t>Automatiza tarefas e agiliza fluxos de trabalho.</a:t>
            </a:r>
          </a:p>
          <a:p>
            <a:pPr lvl="1"/>
            <a:r>
              <a:rPr lang="pt-PT" sz="2000" dirty="0"/>
              <a:t>Facilita a colaboração entre equipas.</a:t>
            </a:r>
          </a:p>
        </p:txBody>
      </p:sp>
      <p:sp>
        <p:nvSpPr>
          <p:cNvPr id="24" name="Marcador de Posição do Número do Diapositivo 23">
            <a:extLst>
              <a:ext uri="{FF2B5EF4-FFF2-40B4-BE49-F238E27FC236}">
                <a16:creationId xmlns:a16="http://schemas.microsoft.com/office/drawing/2014/main" id="{21472992-4CE2-4E03-3059-FCB81A51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66811" y="78603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4034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541FD86-D012-E6E3-4541-7B357808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520" y="624110"/>
            <a:ext cx="6845092" cy="1280890"/>
          </a:xfrm>
        </p:spPr>
        <p:txBody>
          <a:bodyPr>
            <a:normAutofit/>
          </a:bodyPr>
          <a:lstStyle/>
          <a:p>
            <a:r>
              <a:rPr lang="pt-PT" b="1" dirty="0"/>
              <a:t>2. </a:t>
            </a:r>
            <a:r>
              <a:rPr lang="pt-PT" b="1" dirty="0" err="1"/>
              <a:t>Salesforce</a:t>
            </a:r>
            <a:endParaRPr lang="pt-PT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5" name="Picture 4" descr="Fundo de tecnologia de redes e blocos azuis">
            <a:extLst>
              <a:ext uri="{FF2B5EF4-FFF2-40B4-BE49-F238E27FC236}">
                <a16:creationId xmlns:a16="http://schemas.microsoft.com/office/drawing/2014/main" id="{109C1556-98F3-3987-A04A-E2320551BC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88" r="54298" b="-446"/>
          <a:stretch/>
        </p:blipFill>
        <p:spPr>
          <a:xfrm>
            <a:off x="20531" y="20547"/>
            <a:ext cx="2878045" cy="6867224"/>
          </a:xfrm>
          <a:prstGeom prst="rect">
            <a:avLst/>
          </a:prstGeom>
        </p:spPr>
      </p:pic>
      <p:sp>
        <p:nvSpPr>
          <p:cNvPr id="45" name="Marcador de Posição de Conteúdo 2">
            <a:extLst>
              <a:ext uri="{FF2B5EF4-FFF2-40B4-BE49-F238E27FC236}">
                <a16:creationId xmlns:a16="http://schemas.microsoft.com/office/drawing/2014/main" id="{AD63830B-C2AF-5A2F-2E99-747BE62E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7" y="2133600"/>
            <a:ext cx="6847944" cy="3777622"/>
          </a:xfrm>
        </p:spPr>
        <p:txBody>
          <a:bodyPr>
            <a:normAutofit/>
          </a:bodyPr>
          <a:lstStyle/>
          <a:p>
            <a:r>
              <a:rPr lang="pt-PT" sz="2400" b="1"/>
              <a:t>Definição:</a:t>
            </a:r>
            <a:r>
              <a:rPr lang="pt-PT" sz="2400"/>
              <a:t> Plataforma CRM abrangente em nuvem, com soluções para gestão de relacionamento com o cliente.</a:t>
            </a:r>
          </a:p>
          <a:p>
            <a:r>
              <a:rPr lang="pt-PT" sz="2400" b="1"/>
              <a:t>Arquitetura multitenant</a:t>
            </a:r>
            <a:r>
              <a:rPr lang="pt-PT" sz="2400"/>
              <a:t>:</a:t>
            </a:r>
          </a:p>
          <a:p>
            <a:pPr lvl="1"/>
            <a:r>
              <a:rPr lang="pt-PT" sz="2400"/>
              <a:t>Vários clientes partilham a mesma infraestrutura e código.</a:t>
            </a:r>
          </a:p>
          <a:p>
            <a:pPr lvl="1"/>
            <a:r>
              <a:rPr lang="pt-PT" sz="2400"/>
              <a:t>Benefícios: atualizações automáticas, isolamento de dados, escalabilidade e flexibilidade.</a:t>
            </a:r>
            <a:endParaRPr lang="pt-PT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2D734B8-5ADA-3F8D-463B-CF9C3A757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709" y="228600"/>
            <a:ext cx="1811709" cy="128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23AC4ED-47B9-A01B-420A-633718B6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84745" y="78603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0461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159D8-1854-E0C7-094C-429D1D1B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/>
              <a:t>2.1. Principais Módulos do Salesforce</a:t>
            </a:r>
            <a:endParaRPr lang="pt-PT" b="1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10A0DC3F-310A-9E9E-26A3-3D86CA44A0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99E9880-21BC-BB1F-5659-D0D3D148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488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94A810-6051-5318-CCDE-D0482E54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pt-PT" b="1" dirty="0"/>
              <a:t>2.2 </a:t>
            </a:r>
            <a:r>
              <a:rPr lang="pt-PT" b="1" dirty="0" err="1"/>
              <a:t>Salesforce</a:t>
            </a:r>
            <a:r>
              <a:rPr lang="pt-PT" b="1" dirty="0"/>
              <a:t> na Web: Vantagens e Desvantagens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8" name="Marcador de Posição de Conteúdo 2">
            <a:extLst>
              <a:ext uri="{FF2B5EF4-FFF2-40B4-BE49-F238E27FC236}">
                <a16:creationId xmlns:a16="http://schemas.microsoft.com/office/drawing/2014/main" id="{462FC7ED-F9EA-6B7F-6F6A-B3C380181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 fontScale="92500" lnSpcReduction="10000"/>
          </a:bodyPr>
          <a:lstStyle/>
          <a:p>
            <a:r>
              <a:rPr lang="pt-PT" sz="2000" b="1" dirty="0"/>
              <a:t>Vantagens</a:t>
            </a:r>
            <a:r>
              <a:rPr lang="pt-PT" sz="2000" dirty="0"/>
              <a:t>:</a:t>
            </a:r>
          </a:p>
          <a:p>
            <a:pPr lvl="1"/>
            <a:r>
              <a:rPr lang="pt-PT" sz="1800" dirty="0"/>
              <a:t>Acessibilidade a qualquer hora e em qualquer lugar.</a:t>
            </a:r>
          </a:p>
          <a:p>
            <a:pPr lvl="1"/>
            <a:r>
              <a:rPr lang="pt-PT" sz="1800" dirty="0"/>
              <a:t>Escalabilidade para acompanhar o crescimento do negócio.</a:t>
            </a:r>
          </a:p>
          <a:p>
            <a:pPr lvl="1"/>
            <a:r>
              <a:rPr lang="pt-PT" sz="1800" dirty="0"/>
              <a:t>Custos reduzidos em infraestrutura.</a:t>
            </a:r>
          </a:p>
          <a:p>
            <a:endParaRPr lang="pt-PT" sz="2000" dirty="0"/>
          </a:p>
          <a:p>
            <a:r>
              <a:rPr lang="pt-PT" sz="2000" b="1" dirty="0"/>
              <a:t>Desvantagens</a:t>
            </a:r>
            <a:r>
              <a:rPr lang="pt-PT" sz="2000" dirty="0"/>
              <a:t>:</a:t>
            </a:r>
          </a:p>
          <a:p>
            <a:pPr lvl="1"/>
            <a:r>
              <a:rPr lang="pt-PT" sz="1800" dirty="0"/>
              <a:t>Dependência da internet.</a:t>
            </a:r>
          </a:p>
          <a:p>
            <a:pPr lvl="1"/>
            <a:r>
              <a:rPr lang="pt-PT" sz="1800" dirty="0"/>
              <a:t>Responsabilidade partilhada pela segurança de dados.</a:t>
            </a:r>
          </a:p>
          <a:p>
            <a:pPr lvl="1"/>
            <a:r>
              <a:rPr lang="pt-PT" sz="1800" dirty="0"/>
              <a:t>Custos adicionais para personalização e integração.</a:t>
            </a:r>
          </a:p>
        </p:txBody>
      </p:sp>
      <p:pic>
        <p:nvPicPr>
          <p:cNvPr id="19" name="Graphic 6" descr="Portátil seguro">
            <a:extLst>
              <a:ext uri="{FF2B5EF4-FFF2-40B4-BE49-F238E27FC236}">
                <a16:creationId xmlns:a16="http://schemas.microsoft.com/office/drawing/2014/main" id="{45299272-7AAC-6032-38A8-41F36D74B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2088" y="1278252"/>
            <a:ext cx="3981455" cy="3981455"/>
          </a:xfrm>
          <a:prstGeom prst="rect">
            <a:avLst/>
          </a:prstGeom>
        </p:spPr>
      </p:pic>
      <p:sp>
        <p:nvSpPr>
          <p:cNvPr id="29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26BF9F1-CFF6-917A-3B10-72F956E9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" y="6131798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8841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9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5" name="Group 11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8" name="Group 25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6A334DB-BB09-1353-6B7C-6822DACA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520" y="624110"/>
            <a:ext cx="6845092" cy="1280890"/>
          </a:xfrm>
        </p:spPr>
        <p:txBody>
          <a:bodyPr>
            <a:normAutofit/>
          </a:bodyPr>
          <a:lstStyle/>
          <a:p>
            <a:r>
              <a:rPr lang="pt-PT" b="1" dirty="0"/>
              <a:t>3.1. Objetivo do módulo</a:t>
            </a:r>
          </a:p>
        </p:txBody>
      </p:sp>
      <p:sp>
        <p:nvSpPr>
          <p:cNvPr id="71" name="Rectangle 39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72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73" name="Picture 5" descr="Lupa a mostrar desempenho em queda">
            <a:extLst>
              <a:ext uri="{FF2B5EF4-FFF2-40B4-BE49-F238E27FC236}">
                <a16:creationId xmlns:a16="http://schemas.microsoft.com/office/drawing/2014/main" id="{C4C98319-6AE6-4A59-D089-7059E3C48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79" r="52042" b="-2"/>
          <a:stretch/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738E2CD-55CB-7F6F-1DE5-E33D7CDC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52321" y="787782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32DFA3D-45E1-4BBC-A117-8A24FB46EB65}" type="slidenum">
              <a:rPr lang="pt-PT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pt-PT" sz="190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8700A0C-E1F3-A23A-5C0B-D213F4402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7" y="2133600"/>
            <a:ext cx="6847944" cy="3777622"/>
          </a:xfrm>
        </p:spPr>
        <p:txBody>
          <a:bodyPr>
            <a:normAutofit fontScale="92500"/>
          </a:bodyPr>
          <a:lstStyle/>
          <a:p>
            <a:r>
              <a:rPr lang="pt-PT" sz="2400" dirty="0"/>
              <a:t>Registo e gestão eficiente de folhas de obra.</a:t>
            </a:r>
          </a:p>
          <a:p>
            <a:r>
              <a:rPr lang="pt-PT" sz="2400" dirty="0"/>
              <a:t>Documentação completa das atividades, cliente e datas.</a:t>
            </a:r>
          </a:p>
          <a:p>
            <a:r>
              <a:rPr lang="pt-PT" sz="2400" dirty="0"/>
              <a:t>Anexo de folha de obra digitalizada (PDF ou imagem).</a:t>
            </a:r>
          </a:p>
          <a:p>
            <a:r>
              <a:rPr lang="pt-PT" sz="2400" dirty="0"/>
              <a:t>Agilidade e economia de tempo para os trabalhadores no terreno.</a:t>
            </a:r>
          </a:p>
          <a:p>
            <a:r>
              <a:rPr lang="pt-PT" sz="2400" dirty="0"/>
              <a:t>Integração com o cliente no sistema </a:t>
            </a:r>
            <a:r>
              <a:rPr lang="pt-PT" sz="2400" dirty="0" err="1"/>
              <a:t>Salesforce</a:t>
            </a:r>
            <a:r>
              <a:rPr lang="pt-P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597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E3D6FFF-0CCB-0E37-92D3-CA6E0276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520" y="624110"/>
            <a:ext cx="6845092" cy="1280890"/>
          </a:xfrm>
        </p:spPr>
        <p:txBody>
          <a:bodyPr>
            <a:normAutofit/>
          </a:bodyPr>
          <a:lstStyle/>
          <a:p>
            <a:r>
              <a:rPr lang="pt-PT" b="1" dirty="0"/>
              <a:t>3.2. Funcionalidades do Módulo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6" name="Picture 5" descr="Caneta colocada em cima de uma linha de assinatura">
            <a:extLst>
              <a:ext uri="{FF2B5EF4-FFF2-40B4-BE49-F238E27FC236}">
                <a16:creationId xmlns:a16="http://schemas.microsoft.com/office/drawing/2014/main" id="{AEFC3128-E807-2561-50AF-3E267604E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08" r="11813" b="-2"/>
          <a:stretch/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B79A691-0F72-77A1-2459-031A40E0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52321" y="787782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32DFA3D-45E1-4BBC-A117-8A24FB46EB65}" type="slidenum">
              <a:rPr lang="pt-PT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pt-PT" sz="190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410DE32-F9DB-01C3-FF55-A9ECC5283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7" y="2133600"/>
            <a:ext cx="6847944" cy="3777622"/>
          </a:xfrm>
        </p:spPr>
        <p:txBody>
          <a:bodyPr>
            <a:normAutofit fontScale="92500" lnSpcReduction="20000"/>
          </a:bodyPr>
          <a:lstStyle/>
          <a:p>
            <a:r>
              <a:rPr lang="pt-PT" sz="2800" b="1" dirty="0"/>
              <a:t>Cliente</a:t>
            </a:r>
            <a:r>
              <a:rPr lang="pt-PT" sz="2800" dirty="0"/>
              <a:t>: Campo para identificação do cliente.</a:t>
            </a:r>
          </a:p>
          <a:p>
            <a:r>
              <a:rPr lang="pt-PT" sz="2800" b="1" dirty="0"/>
              <a:t>Morada: </a:t>
            </a:r>
            <a:r>
              <a:rPr lang="pt-PT" sz="2800" dirty="0"/>
              <a:t>Campo para identificação da morada.</a:t>
            </a:r>
            <a:endParaRPr lang="pt-PT" sz="2800" b="1" dirty="0"/>
          </a:p>
          <a:p>
            <a:r>
              <a:rPr lang="pt-PT" sz="2800" b="1" dirty="0"/>
              <a:t>Data e Hora Início/Fim</a:t>
            </a:r>
            <a:r>
              <a:rPr lang="pt-PT" sz="2800" dirty="0"/>
              <a:t>: Registo preciso dos horários.</a:t>
            </a:r>
          </a:p>
          <a:p>
            <a:r>
              <a:rPr lang="pt-PT" sz="2800" b="1" dirty="0"/>
              <a:t>Carregar Arquivos</a:t>
            </a:r>
            <a:r>
              <a:rPr lang="pt-PT" sz="2800" dirty="0"/>
              <a:t>: Upload da folha de obra digitalizada.</a:t>
            </a:r>
          </a:p>
          <a:p>
            <a:r>
              <a:rPr lang="pt-PT" sz="2800" b="1" dirty="0"/>
              <a:t>Concluir</a:t>
            </a:r>
            <a:r>
              <a:rPr lang="pt-PT" sz="2800" dirty="0"/>
              <a:t>: Finalização do registo.</a:t>
            </a:r>
          </a:p>
        </p:txBody>
      </p:sp>
    </p:spTree>
    <p:extLst>
      <p:ext uri="{BB962C8B-B14F-4D97-AF65-F5344CB8AC3E}">
        <p14:creationId xmlns:p14="http://schemas.microsoft.com/office/powerpoint/2010/main" val="301718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2C07A-25E5-C688-21F2-122C3E2E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3.3. Benefícios da implementação</a:t>
            </a:r>
          </a:p>
        </p:txBody>
      </p:sp>
      <p:graphicFrame>
        <p:nvGraphicFramePr>
          <p:cNvPr id="8" name="Marcador de Posição de Conteúdo 2">
            <a:extLst>
              <a:ext uri="{FF2B5EF4-FFF2-40B4-BE49-F238E27FC236}">
                <a16:creationId xmlns:a16="http://schemas.microsoft.com/office/drawing/2014/main" id="{50091DDA-572B-01BC-3B47-67E621DD26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23490D8-448F-E7BD-31AD-18347375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770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922EA-2ADC-5F23-7297-B8F8B6A9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/>
              <a:t> Implementação de um módulo em </a:t>
            </a:r>
            <a:r>
              <a:rPr lang="pt-PT" b="1" dirty="0" err="1"/>
              <a:t>Salesforce</a:t>
            </a:r>
            <a:endParaRPr lang="pt-PT" b="1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FE10137-F057-C3CE-C381-02B7AF26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10</a:t>
            </a:fld>
            <a:endParaRPr lang="pt-P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C67391-7B26-36C1-5690-68113D9C4E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356" y="2577996"/>
            <a:ext cx="8174373" cy="356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4DC2A5-3B40-6C8E-171B-209F88963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11" y="2405038"/>
            <a:ext cx="3358645" cy="3907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898319"/>
      </p:ext>
    </p:extLst>
  </p:cSld>
  <p:clrMapOvr>
    <a:masterClrMapping/>
  </p:clrMapOvr>
</p:sld>
</file>

<file path=ppt/theme/theme1.xml><?xml version="1.0" encoding="utf-8"?>
<a:theme xmlns:a="http://schemas.openxmlformats.org/drawingml/2006/main" name="Haste">
  <a:themeElements>
    <a:clrScheme name="Hast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Hast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aste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387</TotalTime>
  <Words>513</Words>
  <Application>Microsoft Office PowerPoint</Application>
  <PresentationFormat>Ecrã Panorâmico</PresentationFormat>
  <Paragraphs>70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Haste</vt:lpstr>
      <vt:lpstr>  Sistemas de Informação 1 – 2023/2024 Licenciatura em Engenharia Informática Grupo 4 (Sérgio Tiago Martins - Instalações Técnicas, Lda) </vt:lpstr>
      <vt:lpstr>INDICE</vt:lpstr>
      <vt:lpstr>1. O que é um CRM?</vt:lpstr>
      <vt:lpstr>2. Salesforce</vt:lpstr>
      <vt:lpstr>2.1. Principais Módulos do Salesforce</vt:lpstr>
      <vt:lpstr>2.2 Salesforce na Web: Vantagens e Desvantagens</vt:lpstr>
      <vt:lpstr>3.1. Objetivo do módulo</vt:lpstr>
      <vt:lpstr>3.2. Funcionalidades do Módulo</vt:lpstr>
      <vt:lpstr>3.3. Benefícios da implementação</vt:lpstr>
      <vt:lpstr> Implementação de um módulo em Salesforce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Informação 1 – 2023/2024 Licenciatura em Engenharia Informática Grupo 4 (Sérgio Tiago Martins - Instalações Técnicas, Lda)</dc:title>
  <dc:creator>Bruno Tiago Ferreira Martins</dc:creator>
  <cp:lastModifiedBy>Bruno Tiago Ferreira Martins</cp:lastModifiedBy>
  <cp:revision>24</cp:revision>
  <cp:lastPrinted>2024-04-20T14:13:04Z</cp:lastPrinted>
  <dcterms:created xsi:type="dcterms:W3CDTF">2024-03-09T23:11:21Z</dcterms:created>
  <dcterms:modified xsi:type="dcterms:W3CDTF">2024-06-04T14:32:09Z</dcterms:modified>
</cp:coreProperties>
</file>